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39C1-8F21-4FD8-B854-82F2FEBE6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14731-052A-4765-9088-C26902935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670C8-DAD7-4316-B517-25C3FFBC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77F69-CA87-4BED-A729-57E9CEC6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85167-D86E-4427-B272-E9A0641E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81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B5D2-5FF5-4B46-BFCC-0E4F8B60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B0E63-AFB7-44F1-8410-D82C6C50A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E016-BF35-4671-B5F2-61554277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5D737-C348-4F2B-BF65-5CC1DA15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810A4-BD87-470A-8BDD-FB9E19B8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8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4D2B-8179-49B5-B0DC-257F0999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68A04-1798-4A4F-BB94-BBBBE5EC7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A5BF3-1FF6-408F-8963-2D0E0C80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5698C-5983-4487-9BC7-E691FDFE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AA0A2-491B-4679-9E45-51E0E006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9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B3AE-E8AA-4F60-9184-A59B25C6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68717-0E81-4F75-AFB5-BDAAE0421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94EE7-41D1-4A8E-A118-78B6C0DE8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6FD82-F4AA-48D0-AB86-075A1D45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34636-1C75-490D-9362-AA24A682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AE1B-9EF8-4581-9249-5ACB254F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4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F8F0-7EF2-461C-AF03-ABD3A3782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8B133-609E-43ED-9A32-C5C48156B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95F66-1F71-4D81-B9EF-E6CA9E41F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845F4-1891-43E3-9AA8-12983FDF2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FAD81-326D-47DE-BE05-5C82BD919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BEAAB-E7A9-41E4-8A7F-78720B42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D3176-3B48-428A-888D-BF55EED6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4AA80-E204-4FA4-946C-28DCDD26B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5069-42A4-44BD-BB69-F92329D2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32DAA-58A5-46C8-A585-B08339E7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932FA-59FC-4138-ADEA-369C4BD9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38A03-3D17-4E70-B1B2-73C093B2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2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410D7-6283-4762-9822-195B5B03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A1862-FA26-42B7-B8E6-F0CAC3ED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00A4A-6B98-4324-A502-E00862B5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72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242C-6ED7-4BC5-942C-DE38A0F1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B915-A968-4A97-9167-02B34117D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C543-CEED-42EF-A69B-6C34042AA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2AEF0-D326-4F5B-95BE-BC3C54CE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380C3-C4E2-4365-89F4-95926EC5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627AB-3298-4858-AF5C-11B12188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2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9DA5-CAFB-4D66-A4C8-D145282C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0878A-A88C-4242-AAA8-FF2817E79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918E9-9CC8-4952-BF51-D01882E7E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2DE80-7C4B-49C5-9884-8C0EA182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9F536-95C8-40EE-9380-25C015AD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1DC1C-3135-431D-BD18-8D71DABB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4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1C46-7A2D-4DD9-9AFC-3710F897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2B0A3-DE15-4BCC-9687-A1DFEE368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0966B-39ED-433C-8C40-AD7EFC3C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5775C-65D4-4919-BC54-EE58E15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8C7F-BF22-48C7-AA7D-46818099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3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6BA41-4ED7-492F-B33E-4BB8DEDD1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B80C5-0C20-48FA-B0DE-ACE8B28EE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88929-5813-4488-B8E8-11A85F49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05CCA-A2DC-4960-9FC2-D56E17EA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69B1F-BBAE-4479-961E-A38903752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1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D7F8E-3328-4EF3-A37F-B1FEA26E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86477-37B8-424C-AD43-FCE0412A1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5519-8AA2-490C-B73B-04E363B3A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35DB8-582F-4419-AD31-7C63417E7AC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8859B-14E0-4BC2-B8BD-649F075DA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1271-EC96-42CE-BAA7-16984421D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1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D04721A-4C48-46EF-B8AB-7BE04AA49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0066" y="479416"/>
            <a:ext cx="8590140" cy="68207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SOP TAHFIDZ MADRASAH BAITUL IZZAH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883C9-A35D-4E74-B3B8-536BF93BBB60}"/>
              </a:ext>
            </a:extLst>
          </p:cNvPr>
          <p:cNvSpPr txBox="1"/>
          <p:nvPr/>
        </p:nvSpPr>
        <p:spPr>
          <a:xfrm>
            <a:off x="444717" y="1267594"/>
            <a:ext cx="7400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TATA TERTIB MUSYRIF / PEMBIMBING TAHFIDZ</a:t>
            </a:r>
            <a:endParaRPr 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2A0991-9D84-4AC7-A7C6-B6A9B70D3756}"/>
              </a:ext>
            </a:extLst>
          </p:cNvPr>
          <p:cNvSpPr txBox="1"/>
          <p:nvPr/>
        </p:nvSpPr>
        <p:spPr>
          <a:xfrm>
            <a:off x="444717" y="1835358"/>
            <a:ext cx="6096000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lphaUcPeriod"/>
              <a:tabLst>
                <a:tab pos="540385" algn="l"/>
                <a:tab pos="1160780" algn="l"/>
              </a:tabLst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KEWAJIBAN 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1E310-7023-4BC5-81BF-9E1AAD7C379A}"/>
              </a:ext>
            </a:extLst>
          </p:cNvPr>
          <p:cNvSpPr txBox="1"/>
          <p:nvPr/>
        </p:nvSpPr>
        <p:spPr>
          <a:xfrm>
            <a:off x="393482" y="2818921"/>
            <a:ext cx="8725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id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Datang ke masjid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/Kelas</a:t>
            </a:r>
            <a:r>
              <a:rPr lang="id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masuk halaqoh tepat waktu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6233C-3E6F-48E5-BB36-C1DC97EEBC76}"/>
              </a:ext>
            </a:extLst>
          </p:cNvPr>
          <p:cNvSpPr txBox="1"/>
          <p:nvPr/>
        </p:nvSpPr>
        <p:spPr>
          <a:xfrm>
            <a:off x="382232" y="3344735"/>
            <a:ext cx="11427230" cy="1122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arenR" startAt="2"/>
              <a:tabLst>
                <a:tab pos="540385" algn="l"/>
                <a:tab pos="1160780" algn="l"/>
              </a:tabLs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Mengenakan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pakaian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muslim</a:t>
            </a:r>
            <a:r>
              <a:rPr lang="id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dan rapi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ketika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berada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halaqah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seperti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peci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dan baju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koko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muslim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D019A-2AB4-4F4A-9DBD-6E0CAA8ED383}"/>
              </a:ext>
            </a:extLst>
          </p:cNvPr>
          <p:cNvSpPr txBox="1"/>
          <p:nvPr/>
        </p:nvSpPr>
        <p:spPr>
          <a:xfrm>
            <a:off x="393483" y="4548179"/>
            <a:ext cx="11243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3"/>
            </a:pPr>
            <a:r>
              <a:rPr lang="id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Mengawal dan mengontrol halaqoh tahfidz hingga selesai waktunya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D98F9B-951E-4877-B992-DA6053306783}"/>
              </a:ext>
            </a:extLst>
          </p:cNvPr>
          <p:cNvSpPr txBox="1"/>
          <p:nvPr/>
        </p:nvSpPr>
        <p:spPr>
          <a:xfrm>
            <a:off x="382231" y="5127724"/>
            <a:ext cx="112436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4"/>
            </a:pPr>
            <a:r>
              <a:rPr lang="id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Memberikan perhatian penuh kepada seluruh Santri yang menjadi anggota halaqahnya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1803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4" grpId="0"/>
      <p:bldP spid="26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D04721A-4C48-46EF-B8AB-7BE04AA49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3643" y="234743"/>
            <a:ext cx="8590140" cy="68207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SOP TAHFIDZ MADRASAH BAITUL IZZAH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1E310-7023-4BC5-81BF-9E1AAD7C379A}"/>
              </a:ext>
            </a:extLst>
          </p:cNvPr>
          <p:cNvSpPr txBox="1"/>
          <p:nvPr/>
        </p:nvSpPr>
        <p:spPr>
          <a:xfrm>
            <a:off x="561725" y="992523"/>
            <a:ext cx="8725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5"/>
            </a:pPr>
            <a:r>
              <a:rPr lang="id-ID" sz="2800" dirty="0"/>
              <a:t>Membuka dan menutup halaqoh sesuai prosedur tetap</a:t>
            </a:r>
            <a:endParaRPr lang="en-US" sz="4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6233C-3E6F-48E5-BB36-C1DC97EEBC76}"/>
              </a:ext>
            </a:extLst>
          </p:cNvPr>
          <p:cNvSpPr txBox="1"/>
          <p:nvPr/>
        </p:nvSpPr>
        <p:spPr>
          <a:xfrm>
            <a:off x="561725" y="1646652"/>
            <a:ext cx="11427230" cy="2045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arenR" startAt="6"/>
              <a:tabLst>
                <a:tab pos="540385" algn="l"/>
                <a:tab pos="1160780" algn="l"/>
              </a:tabLst>
            </a:pPr>
            <a:r>
              <a:rPr lang="id-ID" sz="2800" dirty="0"/>
              <a:t>Menyimak setoran anggota </a:t>
            </a:r>
            <a:r>
              <a:rPr lang="id-ID" sz="2800"/>
              <a:t>halaqoh </a:t>
            </a:r>
            <a:r>
              <a:rPr lang="en-US" sz="2800"/>
              <a:t>dengan menyusun antrian duduk santri memanjang kebelakang (bukan melingkar) dan mewajibkan santri untuk setoran, seberapapun ayat yang didapat, 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diperkenankan</a:t>
            </a:r>
            <a:r>
              <a:rPr lang="en-US" sz="2800" dirty="0"/>
              <a:t> </a:t>
            </a:r>
            <a:r>
              <a:rPr lang="en-US" sz="2800" dirty="0" err="1"/>
              <a:t>mengabaikan</a:t>
            </a:r>
            <a:r>
              <a:rPr lang="en-US" sz="2800" dirty="0"/>
              <a:t> </a:t>
            </a:r>
            <a:r>
              <a:rPr lang="en-US" sz="2800" dirty="0" err="1"/>
              <a:t>santri</a:t>
            </a:r>
            <a:r>
              <a:rPr lang="en-US" sz="2800" dirty="0"/>
              <a:t> </a:t>
            </a:r>
            <a:r>
              <a:rPr lang="en-US" sz="2800" dirty="0" err="1"/>
              <a:t>ketika</a:t>
            </a:r>
            <a:r>
              <a:rPr lang="en-US" sz="2800" dirty="0"/>
              <a:t> </a:t>
            </a:r>
            <a:r>
              <a:rPr lang="en-US" sz="2800" dirty="0" err="1"/>
              <a:t>halaqoh</a:t>
            </a:r>
            <a:r>
              <a:rPr lang="en-US" sz="2800" dirty="0"/>
              <a:t> </a:t>
            </a:r>
            <a:r>
              <a:rPr lang="en-US" sz="2800" dirty="0" err="1"/>
              <a:t>tahfidz</a:t>
            </a:r>
            <a:r>
              <a:rPr lang="en-US" sz="2800" dirty="0"/>
              <a:t>.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D019A-2AB4-4F4A-9DBD-6E0CAA8ED383}"/>
              </a:ext>
            </a:extLst>
          </p:cNvPr>
          <p:cNvSpPr txBox="1"/>
          <p:nvPr/>
        </p:nvSpPr>
        <p:spPr>
          <a:xfrm>
            <a:off x="515148" y="3801570"/>
            <a:ext cx="11243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7"/>
            </a:pPr>
            <a:r>
              <a:rPr lang="id-ID" sz="2800" dirty="0"/>
              <a:t>Menyampaikan perizinan kepada </a:t>
            </a:r>
            <a:r>
              <a:rPr lang="en-US" sz="2800" dirty="0" err="1"/>
              <a:t>Koordinator</a:t>
            </a:r>
            <a:r>
              <a:rPr lang="id-ID" sz="2800" dirty="0"/>
              <a:t> tahfidz</a:t>
            </a:r>
            <a:r>
              <a:rPr lang="en-US" sz="2800" dirty="0"/>
              <a:t>/</a:t>
            </a:r>
            <a:r>
              <a:rPr lang="en-US" sz="2800" dirty="0" err="1"/>
              <a:t>Kesantrian</a:t>
            </a:r>
            <a:r>
              <a:rPr lang="en-US" sz="2800" dirty="0"/>
              <a:t> </a:t>
            </a:r>
            <a:r>
              <a:rPr lang="id-ID" sz="2800" dirty="0"/>
              <a:t>bila berhalangan</a:t>
            </a:r>
            <a:endParaRPr lang="en-US" sz="4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D98F9B-951E-4877-B992-DA6053306783}"/>
              </a:ext>
            </a:extLst>
          </p:cNvPr>
          <p:cNvSpPr txBox="1"/>
          <p:nvPr/>
        </p:nvSpPr>
        <p:spPr>
          <a:xfrm>
            <a:off x="473997" y="4773933"/>
            <a:ext cx="1124369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8"/>
            </a:pPr>
            <a:r>
              <a:rPr lang="en-US" sz="2800" dirty="0" err="1"/>
              <a:t>Menyampaikan</a:t>
            </a:r>
            <a:r>
              <a:rPr lang="en-US" sz="2800" dirty="0"/>
              <a:t> </a:t>
            </a:r>
            <a:r>
              <a:rPr lang="en-US" sz="2800" dirty="0" err="1"/>
              <a:t>evalusi</a:t>
            </a:r>
            <a:r>
              <a:rPr lang="en-US" sz="2800" dirty="0"/>
              <a:t> dan </a:t>
            </a:r>
            <a:r>
              <a:rPr lang="en-US" sz="2800" dirty="0" err="1"/>
              <a:t>pencapaian</a:t>
            </a:r>
            <a:r>
              <a:rPr lang="en-US" sz="2800" dirty="0"/>
              <a:t> </a:t>
            </a:r>
            <a:r>
              <a:rPr lang="en-US" sz="2800" dirty="0" err="1"/>
              <a:t>hafalan</a:t>
            </a:r>
            <a:r>
              <a:rPr lang="en-US" sz="2800" dirty="0"/>
              <a:t> </a:t>
            </a:r>
            <a:r>
              <a:rPr lang="en-US" sz="2800" dirty="0" err="1"/>
              <a:t>anggota</a:t>
            </a:r>
            <a:r>
              <a:rPr lang="en-US" sz="2800" dirty="0"/>
              <a:t> </a:t>
            </a:r>
            <a:r>
              <a:rPr lang="en-US" sz="2800" dirty="0" err="1"/>
              <a:t>halaqohnya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</a:t>
            </a:r>
            <a:r>
              <a:rPr lang="en-US" sz="2800" dirty="0" err="1"/>
              <a:t>ketua</a:t>
            </a:r>
            <a:r>
              <a:rPr lang="en-US" sz="2800" dirty="0"/>
              <a:t> </a:t>
            </a:r>
            <a:r>
              <a:rPr lang="en-US" sz="2800" dirty="0" err="1"/>
              <a:t>bagian</a:t>
            </a:r>
            <a:r>
              <a:rPr lang="en-US" sz="2800" dirty="0"/>
              <a:t> </a:t>
            </a:r>
            <a:r>
              <a:rPr lang="en-US" sz="2800" dirty="0" err="1"/>
              <a:t>tahfidz</a:t>
            </a:r>
            <a:r>
              <a:rPr lang="en-US" sz="2800" dirty="0"/>
              <a:t> pada </a:t>
            </a:r>
            <a:r>
              <a:rPr lang="en-US" sz="2800" dirty="0" err="1"/>
              <a:t>rapat</a:t>
            </a:r>
            <a:r>
              <a:rPr lang="en-US" sz="2800" dirty="0"/>
              <a:t> </a:t>
            </a:r>
            <a:r>
              <a:rPr lang="en-US" sz="2800" dirty="0" err="1"/>
              <a:t>pekanan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arenR" startAt="8"/>
            </a:pPr>
            <a:r>
              <a:rPr lang="id-ID" sz="2800" dirty="0"/>
              <a:t>Menggunakan waktu tahfidz jika sudah tidak ada Santri yang setoran untuk murojaah sendiri</a:t>
            </a:r>
            <a:endParaRPr lang="en-US" sz="4000" dirty="0"/>
          </a:p>
          <a:p>
            <a:pPr marL="514350" indent="-514350">
              <a:buFont typeface="+mj-lt"/>
              <a:buAutoNum type="arabicParenR" startAt="8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2916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F71E310-7023-4BC5-81BF-9E1AAD7C379A}"/>
              </a:ext>
            </a:extLst>
          </p:cNvPr>
          <p:cNvSpPr txBox="1"/>
          <p:nvPr/>
        </p:nvSpPr>
        <p:spPr>
          <a:xfrm>
            <a:off x="274212" y="982821"/>
            <a:ext cx="11162414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10"/>
            </a:pPr>
            <a:r>
              <a:rPr lang="en-US" sz="2800" dirty="0"/>
              <a:t> </a:t>
            </a:r>
            <a:r>
              <a:rPr lang="en-US" sz="2800" dirty="0" err="1"/>
              <a:t>Memberikan</a:t>
            </a:r>
            <a:r>
              <a:rPr lang="en-US" sz="2800" dirty="0"/>
              <a:t> </a:t>
            </a:r>
            <a:r>
              <a:rPr lang="en-US" sz="2800" dirty="0" err="1"/>
              <a:t>tausyiah</a:t>
            </a:r>
            <a:r>
              <a:rPr lang="en-US" sz="2800" dirty="0"/>
              <a:t> dan </a:t>
            </a:r>
            <a:r>
              <a:rPr lang="en-US" sz="2800" dirty="0" err="1"/>
              <a:t>motivasi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</a:t>
            </a:r>
            <a:r>
              <a:rPr lang="en-US" sz="2800" dirty="0" err="1"/>
              <a:t>anggota</a:t>
            </a:r>
            <a:r>
              <a:rPr lang="en-US" sz="2800" dirty="0"/>
              <a:t> </a:t>
            </a:r>
            <a:r>
              <a:rPr lang="en-US" sz="2800" dirty="0" err="1"/>
              <a:t>halaqoh</a:t>
            </a:r>
            <a:r>
              <a:rPr lang="en-US" sz="2800" dirty="0"/>
              <a:t> minimal 3x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sepekan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arenR" startAt="10"/>
            </a:pPr>
            <a:r>
              <a:rPr lang="en-US" sz="2800" dirty="0"/>
              <a:t> </a:t>
            </a:r>
            <a:r>
              <a:rPr lang="en-US" sz="2800" dirty="0" err="1"/>
              <a:t>Membawa</a:t>
            </a:r>
            <a:r>
              <a:rPr lang="en-US" sz="2800" dirty="0"/>
              <a:t> </a:t>
            </a:r>
            <a:r>
              <a:rPr lang="en-US" sz="2800" dirty="0" err="1"/>
              <a:t>buku</a:t>
            </a:r>
            <a:r>
              <a:rPr lang="en-US" sz="2800" dirty="0"/>
              <a:t> </a:t>
            </a:r>
            <a:r>
              <a:rPr lang="en-US" sz="2800" dirty="0" err="1"/>
              <a:t>setoran</a:t>
            </a:r>
            <a:r>
              <a:rPr lang="en-US" sz="2800" dirty="0"/>
              <a:t> </a:t>
            </a:r>
            <a:r>
              <a:rPr lang="en-US" sz="2800" dirty="0" err="1"/>
              <a:t>tahfidz</a:t>
            </a:r>
            <a:r>
              <a:rPr lang="en-US" sz="2800" dirty="0"/>
              <a:t> </a:t>
            </a: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masuk</a:t>
            </a:r>
            <a:r>
              <a:rPr lang="en-US" sz="2800" dirty="0"/>
              <a:t> </a:t>
            </a:r>
            <a:r>
              <a:rPr lang="en-US" sz="2800" dirty="0" err="1"/>
              <a:t>halaqah</a:t>
            </a:r>
            <a:r>
              <a:rPr lang="en-US" sz="2800" dirty="0"/>
              <a:t> </a:t>
            </a:r>
            <a:r>
              <a:rPr lang="en-US" sz="2800" dirty="0" err="1"/>
              <a:t>tahfidz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arenR" startAt="10"/>
            </a:pPr>
            <a:r>
              <a:rPr lang="en-US" sz="2800" dirty="0"/>
              <a:t> </a:t>
            </a:r>
            <a:r>
              <a:rPr lang="id-ID" sz="2800" dirty="0"/>
              <a:t>Mencatat setoran hafalan anggotanya di buku setoran yang telah di </a:t>
            </a:r>
            <a:r>
              <a:rPr lang="en-US" sz="2800" dirty="0"/>
              <a:t> </a:t>
            </a:r>
            <a:r>
              <a:rPr lang="id-ID" sz="2800" dirty="0"/>
              <a:t>sediakan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arenR" startAt="10"/>
            </a:pPr>
            <a:r>
              <a:rPr lang="en-US" sz="2800" dirty="0"/>
              <a:t> </a:t>
            </a:r>
            <a:r>
              <a:rPr lang="id-ID" sz="2800" dirty="0"/>
              <a:t>Mengikuti program tahsin dan tasmi yang diadakan </a:t>
            </a:r>
            <a:r>
              <a:rPr lang="en-US" sz="2800" dirty="0" err="1"/>
              <a:t>koordinator</a:t>
            </a:r>
            <a:r>
              <a:rPr lang="id-ID" sz="2800" dirty="0"/>
              <a:t> tahfidz</a:t>
            </a:r>
            <a:endParaRPr lang="en-US" sz="2800" dirty="0"/>
          </a:p>
          <a:p>
            <a:pPr marL="514350" indent="-514350">
              <a:buFont typeface="+mj-lt"/>
              <a:buAutoNum type="arabicParenR" startAt="10"/>
            </a:pPr>
            <a:r>
              <a:rPr lang="en-US" sz="2800" dirty="0"/>
              <a:t> </a:t>
            </a:r>
            <a:r>
              <a:rPr lang="id-ID" sz="2800" dirty="0"/>
              <a:t>Mengisi buku absensi kehadiran dengan tanda tanggan ketika hadir di halaqah dan memberi keterangan jika tidak hadir</a:t>
            </a:r>
            <a:endParaRPr lang="en-US" sz="2800" dirty="0"/>
          </a:p>
          <a:p>
            <a:pPr marL="514350" indent="-514350">
              <a:buFont typeface="+mj-lt"/>
              <a:buAutoNum type="arabicParenR" startAt="10"/>
            </a:pPr>
            <a:r>
              <a:rPr lang="id-ID" sz="2800" dirty="0"/>
              <a:t>Berusaha memberikan suri tauladan yang baik kepada anggota halaqohnya dan seluruh Santri dalam </a:t>
            </a:r>
            <a:r>
              <a:rPr lang="en-US" sz="2800" dirty="0"/>
              <a:t> </a:t>
            </a:r>
            <a:r>
              <a:rPr lang="en-US" sz="2800" dirty="0" err="1"/>
              <a:t>aspek</a:t>
            </a:r>
            <a:r>
              <a:rPr lang="en-US" sz="2800" dirty="0"/>
              <a:t> </a:t>
            </a:r>
            <a:r>
              <a:rPr lang="en-US" sz="2800" dirty="0" err="1"/>
              <a:t>ubudiyah</a:t>
            </a:r>
            <a:r>
              <a:rPr lang="en-US" sz="2800" dirty="0"/>
              <a:t> dan </a:t>
            </a:r>
            <a:r>
              <a:rPr lang="id-ID" sz="2800" dirty="0"/>
              <a:t>menjaga adab</a:t>
            </a:r>
            <a:endParaRPr lang="en-US" sz="2800" dirty="0"/>
          </a:p>
          <a:p>
            <a:endParaRPr lang="en-US" sz="5400" dirty="0"/>
          </a:p>
          <a:p>
            <a:pPr marL="514350" indent="-514350">
              <a:buFont typeface="+mj-lt"/>
              <a:buAutoNum type="arabicParenR" startAt="10"/>
            </a:pPr>
            <a:endParaRPr lang="en-US" sz="28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8436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D04721A-4C48-46EF-B8AB-7BE04AA49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0066" y="479416"/>
            <a:ext cx="8590140" cy="68207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SOP TAHFIDZ MADRASAH BAITUL IZZAH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883C9-A35D-4E74-B3B8-536BF93BBB60}"/>
              </a:ext>
            </a:extLst>
          </p:cNvPr>
          <p:cNvSpPr txBox="1"/>
          <p:nvPr/>
        </p:nvSpPr>
        <p:spPr>
          <a:xfrm>
            <a:off x="444717" y="1267594"/>
            <a:ext cx="7400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TATA TERTIB MUSYRIF / PEMBIMBING TAHFIDZ</a:t>
            </a:r>
            <a:endParaRPr 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2A0991-9D84-4AC7-A7C6-B6A9B70D3756}"/>
              </a:ext>
            </a:extLst>
          </p:cNvPr>
          <p:cNvSpPr txBox="1"/>
          <p:nvPr/>
        </p:nvSpPr>
        <p:spPr>
          <a:xfrm>
            <a:off x="444717" y="1835358"/>
            <a:ext cx="6096000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tabLst>
                <a:tab pos="540385" algn="l"/>
                <a:tab pos="1160780" algn="l"/>
              </a:tabLst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B. LARANGAN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1E310-7023-4BC5-81BF-9E1AAD7C379A}"/>
              </a:ext>
            </a:extLst>
          </p:cNvPr>
          <p:cNvSpPr txBox="1"/>
          <p:nvPr/>
        </p:nvSpPr>
        <p:spPr>
          <a:xfrm>
            <a:off x="312195" y="2524457"/>
            <a:ext cx="11162414" cy="2292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2800" b="1" i="1" dirty="0" err="1"/>
              <a:t>Terlambat</a:t>
            </a:r>
            <a:r>
              <a:rPr lang="en-US" sz="2800" b="1" i="1" dirty="0"/>
              <a:t> </a:t>
            </a:r>
            <a:r>
              <a:rPr lang="id-ID" sz="2800" b="1" i="1" dirty="0"/>
              <a:t>masuk halaqoh tahfidz</a:t>
            </a:r>
            <a:endParaRPr lang="en-US" sz="2800" b="1" i="1" dirty="0"/>
          </a:p>
          <a:p>
            <a:pPr marL="742950" indent="-742950" algn="just">
              <a:buFont typeface="+mj-lt"/>
              <a:buAutoNum type="arabicPeriod"/>
            </a:pPr>
            <a:r>
              <a:rPr lang="en-US" sz="2800" b="1" i="1" dirty="0"/>
              <a:t>T</a:t>
            </a:r>
            <a:r>
              <a:rPr lang="id-ID" sz="2800" b="1" i="1"/>
              <a:t>erlambat </a:t>
            </a:r>
            <a:r>
              <a:rPr lang="en-US" sz="2800" b="1" i="1"/>
              <a:t> n</a:t>
            </a:r>
            <a:r>
              <a:rPr lang="id-ID" sz="2800" b="1" i="1"/>
              <a:t>yimak </a:t>
            </a:r>
            <a:r>
              <a:rPr lang="id-ID" sz="2800" b="1" i="1" dirty="0"/>
              <a:t>setoran Santri di luar masjid</a:t>
            </a:r>
            <a:r>
              <a:rPr lang="en-US" sz="2800" b="1" i="1" dirty="0"/>
              <a:t>/</a:t>
            </a:r>
            <a:r>
              <a:rPr lang="en-US" sz="2800" b="1" i="1" dirty="0" err="1"/>
              <a:t>kelas</a:t>
            </a:r>
            <a:endParaRPr lang="en-US" sz="2800" b="1" i="1" dirty="0"/>
          </a:p>
          <a:p>
            <a:pPr marL="742950" indent="-742950" algn="just">
              <a:buFont typeface="+mj-lt"/>
              <a:buAutoNum type="arabicPeriod"/>
            </a:pPr>
            <a:r>
              <a:rPr lang="id-ID" sz="2800" b="1" i="1" dirty="0"/>
              <a:t>Meninggalkan halaqoh tahfidz sebelum selesai waktunya</a:t>
            </a:r>
            <a:endParaRPr lang="en-US" sz="2800" b="1" i="1" dirty="0"/>
          </a:p>
          <a:p>
            <a:pPr marL="742950" indent="-742950" algn="just">
              <a:buFont typeface="+mj-lt"/>
              <a:buAutoNum type="arabicPeriod"/>
            </a:pPr>
            <a:r>
              <a:rPr lang="id-ID" sz="2800" b="1" i="1" dirty="0"/>
              <a:t>Menyibukkan diri dengan hal – hal selain Al Qur’an pada jam tahfidz.  (</a:t>
            </a:r>
            <a:r>
              <a:rPr lang="id-ID" sz="2800" b="1" i="1"/>
              <a:t>Main </a:t>
            </a:r>
            <a:r>
              <a:rPr lang="en-US" sz="2800" b="1" i="1"/>
              <a:t> hp, </a:t>
            </a:r>
            <a:r>
              <a:rPr lang="id-ID" sz="2800" b="1" i="1"/>
              <a:t>laptop</a:t>
            </a:r>
            <a:r>
              <a:rPr lang="id-ID" sz="2800" b="1" i="1" dirty="0"/>
              <a:t>,tablet dll)</a:t>
            </a:r>
            <a:endParaRPr lang="en-US" sz="2800" b="1" i="1" dirty="0"/>
          </a:p>
          <a:p>
            <a:pPr marL="742950" indent="-742950" algn="just">
              <a:buFont typeface="+mj-lt"/>
              <a:buAutoNum type="arabicPeriod"/>
            </a:pPr>
            <a:r>
              <a:rPr lang="en-US" sz="2800" b="1" i="1" dirty="0" err="1"/>
              <a:t>Menggunakan</a:t>
            </a:r>
            <a:r>
              <a:rPr lang="en-US" sz="2800" b="1" i="1" dirty="0"/>
              <a:t> handphone </a:t>
            </a:r>
            <a:r>
              <a:rPr lang="en-US" sz="2800" b="1" i="1" dirty="0" err="1"/>
              <a:t>ketika</a:t>
            </a:r>
            <a:r>
              <a:rPr lang="en-US" sz="2800" b="1" i="1" dirty="0"/>
              <a:t> </a:t>
            </a:r>
            <a:r>
              <a:rPr lang="en-US" sz="2800" b="1" i="1" dirty="0" err="1"/>
              <a:t>berada</a:t>
            </a:r>
            <a:r>
              <a:rPr lang="en-US" sz="2800" b="1" i="1" dirty="0"/>
              <a:t> di </a:t>
            </a:r>
            <a:r>
              <a:rPr lang="en-US" sz="2800" b="1" i="1" dirty="0" err="1"/>
              <a:t>dalam</a:t>
            </a:r>
            <a:r>
              <a:rPr lang="en-US" sz="2800" b="1" i="1" dirty="0"/>
              <a:t> </a:t>
            </a:r>
            <a:r>
              <a:rPr lang="en-US" sz="2800" b="1" i="1" dirty="0" err="1"/>
              <a:t>halaqah</a:t>
            </a:r>
            <a:r>
              <a:rPr lang="en-US" sz="2800" b="1" i="1" dirty="0"/>
              <a:t> </a:t>
            </a:r>
            <a:r>
              <a:rPr lang="en-US" sz="2800" b="1" i="1" dirty="0" err="1"/>
              <a:t>tahfidz</a:t>
            </a:r>
            <a:r>
              <a:rPr lang="id-ID" sz="2800" b="1" i="1" dirty="0"/>
              <a:t>. </a:t>
            </a:r>
            <a:endParaRPr lang="en-US" sz="2800" b="1" i="1" dirty="0"/>
          </a:p>
          <a:p>
            <a:pPr marL="742950" indent="-742950" algn="just">
              <a:buFont typeface="+mj-lt"/>
              <a:buAutoNum type="arabicPeriod"/>
            </a:pPr>
            <a:endParaRPr lang="en-US" sz="123400" b="1" i="1" dirty="0"/>
          </a:p>
          <a:p>
            <a:endParaRPr lang="en-US" sz="28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5653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290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Admin</cp:lastModifiedBy>
  <cp:revision>9</cp:revision>
  <dcterms:created xsi:type="dcterms:W3CDTF">2022-08-03T01:27:36Z</dcterms:created>
  <dcterms:modified xsi:type="dcterms:W3CDTF">2025-07-08T16:39:35Z</dcterms:modified>
</cp:coreProperties>
</file>