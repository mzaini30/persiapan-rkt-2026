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339C1-8F21-4FD8-B854-82F2FEBE60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114731-052A-4765-9088-C269029357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3670C8-DAD7-4316-B517-25C3FFBCEEFC}"/>
              </a:ext>
            </a:extLst>
          </p:cNvPr>
          <p:cNvSpPr>
            <a:spLocks noGrp="1"/>
          </p:cNvSpPr>
          <p:nvPr>
            <p:ph type="dt" sz="half" idx="10"/>
          </p:nvPr>
        </p:nvSpPr>
        <p:spPr/>
        <p:txBody>
          <a:bodyPr/>
          <a:lstStyle/>
          <a:p>
            <a:fld id="{79C35DB8-582F-4419-AD31-7C63417E7ACB}" type="datetimeFigureOut">
              <a:rPr lang="en-US" smtClean="0"/>
              <a:t>7/9/2025</a:t>
            </a:fld>
            <a:endParaRPr lang="en-US"/>
          </a:p>
        </p:txBody>
      </p:sp>
      <p:sp>
        <p:nvSpPr>
          <p:cNvPr id="5" name="Footer Placeholder 4">
            <a:extLst>
              <a:ext uri="{FF2B5EF4-FFF2-40B4-BE49-F238E27FC236}">
                <a16:creationId xmlns:a16="http://schemas.microsoft.com/office/drawing/2014/main" id="{5DF77F69-CA87-4BED-A729-57E9CEC65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B85167-D86E-4427-B272-E9A0641E6860}"/>
              </a:ext>
            </a:extLst>
          </p:cNvPr>
          <p:cNvSpPr>
            <a:spLocks noGrp="1"/>
          </p:cNvSpPr>
          <p:nvPr>
            <p:ph type="sldNum" sz="quarter" idx="12"/>
          </p:nvPr>
        </p:nvSpPr>
        <p:spPr/>
        <p:txBody>
          <a:bodyPr/>
          <a:lstStyle/>
          <a:p>
            <a:fld id="{E666C78B-6015-40E5-84C2-78D1BA314296}" type="slidenum">
              <a:rPr lang="en-US" smtClean="0"/>
              <a:t>‹#›</a:t>
            </a:fld>
            <a:endParaRPr lang="en-US"/>
          </a:p>
        </p:txBody>
      </p:sp>
    </p:spTree>
    <p:extLst>
      <p:ext uri="{BB962C8B-B14F-4D97-AF65-F5344CB8AC3E}">
        <p14:creationId xmlns:p14="http://schemas.microsoft.com/office/powerpoint/2010/main" val="592181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CB5D2-5FF5-4B46-BFCC-0E4F8B600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3B0E63-AFB7-44F1-8410-D82C6C50AE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7BE016-BF35-4671-B5F2-615542775B43}"/>
              </a:ext>
            </a:extLst>
          </p:cNvPr>
          <p:cNvSpPr>
            <a:spLocks noGrp="1"/>
          </p:cNvSpPr>
          <p:nvPr>
            <p:ph type="dt" sz="half" idx="10"/>
          </p:nvPr>
        </p:nvSpPr>
        <p:spPr/>
        <p:txBody>
          <a:bodyPr/>
          <a:lstStyle/>
          <a:p>
            <a:fld id="{79C35DB8-582F-4419-AD31-7C63417E7ACB}" type="datetimeFigureOut">
              <a:rPr lang="en-US" smtClean="0"/>
              <a:t>7/9/2025</a:t>
            </a:fld>
            <a:endParaRPr lang="en-US"/>
          </a:p>
        </p:txBody>
      </p:sp>
      <p:sp>
        <p:nvSpPr>
          <p:cNvPr id="5" name="Footer Placeholder 4">
            <a:extLst>
              <a:ext uri="{FF2B5EF4-FFF2-40B4-BE49-F238E27FC236}">
                <a16:creationId xmlns:a16="http://schemas.microsoft.com/office/drawing/2014/main" id="{F3C5D737-C348-4F2B-BF65-5CC1DA15C3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D810A4-BD87-470A-8BDD-FB9E19B882D8}"/>
              </a:ext>
            </a:extLst>
          </p:cNvPr>
          <p:cNvSpPr>
            <a:spLocks noGrp="1"/>
          </p:cNvSpPr>
          <p:nvPr>
            <p:ph type="sldNum" sz="quarter" idx="12"/>
          </p:nvPr>
        </p:nvSpPr>
        <p:spPr/>
        <p:txBody>
          <a:bodyPr/>
          <a:lstStyle/>
          <a:p>
            <a:fld id="{E666C78B-6015-40E5-84C2-78D1BA314296}" type="slidenum">
              <a:rPr lang="en-US" smtClean="0"/>
              <a:t>‹#›</a:t>
            </a:fld>
            <a:endParaRPr lang="en-US"/>
          </a:p>
        </p:txBody>
      </p:sp>
    </p:spTree>
    <p:extLst>
      <p:ext uri="{BB962C8B-B14F-4D97-AF65-F5344CB8AC3E}">
        <p14:creationId xmlns:p14="http://schemas.microsoft.com/office/powerpoint/2010/main" val="3598281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B4D2B-8179-49B5-B0DC-257F099924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D68A04-1798-4A4F-BB94-BBBBE5EC78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8A5BF3-1FF6-408F-8963-2D0E0C807349}"/>
              </a:ext>
            </a:extLst>
          </p:cNvPr>
          <p:cNvSpPr>
            <a:spLocks noGrp="1"/>
          </p:cNvSpPr>
          <p:nvPr>
            <p:ph type="dt" sz="half" idx="10"/>
          </p:nvPr>
        </p:nvSpPr>
        <p:spPr/>
        <p:txBody>
          <a:bodyPr/>
          <a:lstStyle/>
          <a:p>
            <a:fld id="{79C35DB8-582F-4419-AD31-7C63417E7ACB}" type="datetimeFigureOut">
              <a:rPr lang="en-US" smtClean="0"/>
              <a:t>7/9/2025</a:t>
            </a:fld>
            <a:endParaRPr lang="en-US"/>
          </a:p>
        </p:txBody>
      </p:sp>
      <p:sp>
        <p:nvSpPr>
          <p:cNvPr id="5" name="Footer Placeholder 4">
            <a:extLst>
              <a:ext uri="{FF2B5EF4-FFF2-40B4-BE49-F238E27FC236}">
                <a16:creationId xmlns:a16="http://schemas.microsoft.com/office/drawing/2014/main" id="{7D95698C-5983-4487-9BC7-E691FDFEA7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EAA0A2-491B-4679-9E45-51E0E006E4A7}"/>
              </a:ext>
            </a:extLst>
          </p:cNvPr>
          <p:cNvSpPr>
            <a:spLocks noGrp="1"/>
          </p:cNvSpPr>
          <p:nvPr>
            <p:ph type="sldNum" sz="quarter" idx="12"/>
          </p:nvPr>
        </p:nvSpPr>
        <p:spPr/>
        <p:txBody>
          <a:bodyPr/>
          <a:lstStyle/>
          <a:p>
            <a:fld id="{E666C78B-6015-40E5-84C2-78D1BA314296}" type="slidenum">
              <a:rPr lang="en-US" smtClean="0"/>
              <a:t>‹#›</a:t>
            </a:fld>
            <a:endParaRPr lang="en-US"/>
          </a:p>
        </p:txBody>
      </p:sp>
    </p:spTree>
    <p:extLst>
      <p:ext uri="{BB962C8B-B14F-4D97-AF65-F5344CB8AC3E}">
        <p14:creationId xmlns:p14="http://schemas.microsoft.com/office/powerpoint/2010/main" val="4048190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CB3AE-E8AA-4F60-9184-A59B25C623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568717-0E81-4F75-AFB5-BDAAE0421C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694EE7-41D1-4A8E-A118-78B6C0DE83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C6FD82-F4AA-48D0-AB86-075A1D455453}"/>
              </a:ext>
            </a:extLst>
          </p:cNvPr>
          <p:cNvSpPr>
            <a:spLocks noGrp="1"/>
          </p:cNvSpPr>
          <p:nvPr>
            <p:ph type="dt" sz="half" idx="10"/>
          </p:nvPr>
        </p:nvSpPr>
        <p:spPr/>
        <p:txBody>
          <a:bodyPr/>
          <a:lstStyle/>
          <a:p>
            <a:fld id="{79C35DB8-582F-4419-AD31-7C63417E7ACB}" type="datetimeFigureOut">
              <a:rPr lang="en-US" smtClean="0"/>
              <a:t>7/9/2025</a:t>
            </a:fld>
            <a:endParaRPr lang="en-US"/>
          </a:p>
        </p:txBody>
      </p:sp>
      <p:sp>
        <p:nvSpPr>
          <p:cNvPr id="6" name="Footer Placeholder 5">
            <a:extLst>
              <a:ext uri="{FF2B5EF4-FFF2-40B4-BE49-F238E27FC236}">
                <a16:creationId xmlns:a16="http://schemas.microsoft.com/office/drawing/2014/main" id="{2A234636-1C75-490D-9362-AA24A682FF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EAE1B-9EF8-4581-9249-5ACB254F3F61}"/>
              </a:ext>
            </a:extLst>
          </p:cNvPr>
          <p:cNvSpPr>
            <a:spLocks noGrp="1"/>
          </p:cNvSpPr>
          <p:nvPr>
            <p:ph type="sldNum" sz="quarter" idx="12"/>
          </p:nvPr>
        </p:nvSpPr>
        <p:spPr/>
        <p:txBody>
          <a:bodyPr/>
          <a:lstStyle/>
          <a:p>
            <a:fld id="{E666C78B-6015-40E5-84C2-78D1BA314296}" type="slidenum">
              <a:rPr lang="en-US" smtClean="0"/>
              <a:t>‹#›</a:t>
            </a:fld>
            <a:endParaRPr lang="en-US"/>
          </a:p>
        </p:txBody>
      </p:sp>
    </p:spTree>
    <p:extLst>
      <p:ext uri="{BB962C8B-B14F-4D97-AF65-F5344CB8AC3E}">
        <p14:creationId xmlns:p14="http://schemas.microsoft.com/office/powerpoint/2010/main" val="1795644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CF8F0-7EF2-461C-AF03-ABD3A37823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98B133-609E-43ED-9A32-C5C48156B1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F95F66-1F71-4D81-B9EF-E6CA9E41F3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B845F4-1891-43E3-9AA8-12983FDF25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4FAD81-326D-47DE-BE05-5C82BD919C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EBEAAB-E7A9-41E4-8A7F-78720B4213F1}"/>
              </a:ext>
            </a:extLst>
          </p:cNvPr>
          <p:cNvSpPr>
            <a:spLocks noGrp="1"/>
          </p:cNvSpPr>
          <p:nvPr>
            <p:ph type="dt" sz="half" idx="10"/>
          </p:nvPr>
        </p:nvSpPr>
        <p:spPr/>
        <p:txBody>
          <a:bodyPr/>
          <a:lstStyle/>
          <a:p>
            <a:fld id="{79C35DB8-582F-4419-AD31-7C63417E7ACB}" type="datetimeFigureOut">
              <a:rPr lang="en-US" smtClean="0"/>
              <a:t>7/9/2025</a:t>
            </a:fld>
            <a:endParaRPr lang="en-US"/>
          </a:p>
        </p:txBody>
      </p:sp>
      <p:sp>
        <p:nvSpPr>
          <p:cNvPr id="8" name="Footer Placeholder 7">
            <a:extLst>
              <a:ext uri="{FF2B5EF4-FFF2-40B4-BE49-F238E27FC236}">
                <a16:creationId xmlns:a16="http://schemas.microsoft.com/office/drawing/2014/main" id="{9C6D3176-3B48-428A-888D-BF55EED6DE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94AA80-E204-4FA4-946C-28DCDD26B23B}"/>
              </a:ext>
            </a:extLst>
          </p:cNvPr>
          <p:cNvSpPr>
            <a:spLocks noGrp="1"/>
          </p:cNvSpPr>
          <p:nvPr>
            <p:ph type="sldNum" sz="quarter" idx="12"/>
          </p:nvPr>
        </p:nvSpPr>
        <p:spPr/>
        <p:txBody>
          <a:bodyPr/>
          <a:lstStyle/>
          <a:p>
            <a:fld id="{E666C78B-6015-40E5-84C2-78D1BA314296}" type="slidenum">
              <a:rPr lang="en-US" smtClean="0"/>
              <a:t>‹#›</a:t>
            </a:fld>
            <a:endParaRPr lang="en-US"/>
          </a:p>
        </p:txBody>
      </p:sp>
    </p:spTree>
    <p:extLst>
      <p:ext uri="{BB962C8B-B14F-4D97-AF65-F5344CB8AC3E}">
        <p14:creationId xmlns:p14="http://schemas.microsoft.com/office/powerpoint/2010/main" val="3923066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55069-42A4-44BD-BB69-F92329D226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832DAA-58A5-46C8-A585-B08339E7853A}"/>
              </a:ext>
            </a:extLst>
          </p:cNvPr>
          <p:cNvSpPr>
            <a:spLocks noGrp="1"/>
          </p:cNvSpPr>
          <p:nvPr>
            <p:ph type="dt" sz="half" idx="10"/>
          </p:nvPr>
        </p:nvSpPr>
        <p:spPr/>
        <p:txBody>
          <a:bodyPr/>
          <a:lstStyle/>
          <a:p>
            <a:fld id="{79C35DB8-582F-4419-AD31-7C63417E7ACB}" type="datetimeFigureOut">
              <a:rPr lang="en-US" smtClean="0"/>
              <a:t>7/9/2025</a:t>
            </a:fld>
            <a:endParaRPr lang="en-US"/>
          </a:p>
        </p:txBody>
      </p:sp>
      <p:sp>
        <p:nvSpPr>
          <p:cNvPr id="4" name="Footer Placeholder 3">
            <a:extLst>
              <a:ext uri="{FF2B5EF4-FFF2-40B4-BE49-F238E27FC236}">
                <a16:creationId xmlns:a16="http://schemas.microsoft.com/office/drawing/2014/main" id="{811932FA-59FC-4138-ADEA-369C4BD97F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038A03-3D17-4E70-B1B2-73C093B21433}"/>
              </a:ext>
            </a:extLst>
          </p:cNvPr>
          <p:cNvSpPr>
            <a:spLocks noGrp="1"/>
          </p:cNvSpPr>
          <p:nvPr>
            <p:ph type="sldNum" sz="quarter" idx="12"/>
          </p:nvPr>
        </p:nvSpPr>
        <p:spPr/>
        <p:txBody>
          <a:bodyPr/>
          <a:lstStyle/>
          <a:p>
            <a:fld id="{E666C78B-6015-40E5-84C2-78D1BA314296}" type="slidenum">
              <a:rPr lang="en-US" smtClean="0"/>
              <a:t>‹#›</a:t>
            </a:fld>
            <a:endParaRPr lang="en-US"/>
          </a:p>
        </p:txBody>
      </p:sp>
    </p:spTree>
    <p:extLst>
      <p:ext uri="{BB962C8B-B14F-4D97-AF65-F5344CB8AC3E}">
        <p14:creationId xmlns:p14="http://schemas.microsoft.com/office/powerpoint/2010/main" val="213912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2410D7-6283-4762-9822-195B5B032337}"/>
              </a:ext>
            </a:extLst>
          </p:cNvPr>
          <p:cNvSpPr>
            <a:spLocks noGrp="1"/>
          </p:cNvSpPr>
          <p:nvPr>
            <p:ph type="dt" sz="half" idx="10"/>
          </p:nvPr>
        </p:nvSpPr>
        <p:spPr/>
        <p:txBody>
          <a:bodyPr/>
          <a:lstStyle/>
          <a:p>
            <a:fld id="{79C35DB8-582F-4419-AD31-7C63417E7ACB}" type="datetimeFigureOut">
              <a:rPr lang="en-US" smtClean="0"/>
              <a:t>7/9/2025</a:t>
            </a:fld>
            <a:endParaRPr lang="en-US"/>
          </a:p>
        </p:txBody>
      </p:sp>
      <p:sp>
        <p:nvSpPr>
          <p:cNvPr id="3" name="Footer Placeholder 2">
            <a:extLst>
              <a:ext uri="{FF2B5EF4-FFF2-40B4-BE49-F238E27FC236}">
                <a16:creationId xmlns:a16="http://schemas.microsoft.com/office/drawing/2014/main" id="{700A1862-FA26-42B7-B8E6-F0CAC3ED04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600A4A-6B98-4324-A502-E00862B51239}"/>
              </a:ext>
            </a:extLst>
          </p:cNvPr>
          <p:cNvSpPr>
            <a:spLocks noGrp="1"/>
          </p:cNvSpPr>
          <p:nvPr>
            <p:ph type="sldNum" sz="quarter" idx="12"/>
          </p:nvPr>
        </p:nvSpPr>
        <p:spPr/>
        <p:txBody>
          <a:bodyPr/>
          <a:lstStyle/>
          <a:p>
            <a:fld id="{E666C78B-6015-40E5-84C2-78D1BA314296}" type="slidenum">
              <a:rPr lang="en-US" smtClean="0"/>
              <a:t>‹#›</a:t>
            </a:fld>
            <a:endParaRPr lang="en-US"/>
          </a:p>
        </p:txBody>
      </p:sp>
    </p:spTree>
    <p:extLst>
      <p:ext uri="{BB962C8B-B14F-4D97-AF65-F5344CB8AC3E}">
        <p14:creationId xmlns:p14="http://schemas.microsoft.com/office/powerpoint/2010/main" val="2681972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3242C-6ED7-4BC5-942C-DE38A0F177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E3B915-A968-4A97-9167-02B34117DB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08C543-CEED-42EF-A69B-6C34042AA6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92AEF0-D326-4F5B-95BE-BC3C54CE4A96}"/>
              </a:ext>
            </a:extLst>
          </p:cNvPr>
          <p:cNvSpPr>
            <a:spLocks noGrp="1"/>
          </p:cNvSpPr>
          <p:nvPr>
            <p:ph type="dt" sz="half" idx="10"/>
          </p:nvPr>
        </p:nvSpPr>
        <p:spPr/>
        <p:txBody>
          <a:bodyPr/>
          <a:lstStyle/>
          <a:p>
            <a:fld id="{79C35DB8-582F-4419-AD31-7C63417E7ACB}" type="datetimeFigureOut">
              <a:rPr lang="en-US" smtClean="0"/>
              <a:t>7/9/2025</a:t>
            </a:fld>
            <a:endParaRPr lang="en-US"/>
          </a:p>
        </p:txBody>
      </p:sp>
      <p:sp>
        <p:nvSpPr>
          <p:cNvPr id="6" name="Footer Placeholder 5">
            <a:extLst>
              <a:ext uri="{FF2B5EF4-FFF2-40B4-BE49-F238E27FC236}">
                <a16:creationId xmlns:a16="http://schemas.microsoft.com/office/drawing/2014/main" id="{58D380C3-C4E2-4365-89F4-95926EC5A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F627AB-3298-4858-AF5C-11B121886696}"/>
              </a:ext>
            </a:extLst>
          </p:cNvPr>
          <p:cNvSpPr>
            <a:spLocks noGrp="1"/>
          </p:cNvSpPr>
          <p:nvPr>
            <p:ph type="sldNum" sz="quarter" idx="12"/>
          </p:nvPr>
        </p:nvSpPr>
        <p:spPr/>
        <p:txBody>
          <a:bodyPr/>
          <a:lstStyle/>
          <a:p>
            <a:fld id="{E666C78B-6015-40E5-84C2-78D1BA314296}" type="slidenum">
              <a:rPr lang="en-US" smtClean="0"/>
              <a:t>‹#›</a:t>
            </a:fld>
            <a:endParaRPr lang="en-US"/>
          </a:p>
        </p:txBody>
      </p:sp>
    </p:spTree>
    <p:extLst>
      <p:ext uri="{BB962C8B-B14F-4D97-AF65-F5344CB8AC3E}">
        <p14:creationId xmlns:p14="http://schemas.microsoft.com/office/powerpoint/2010/main" val="3529326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19DA5-CAFB-4D66-A4C8-D145282CD7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D0878A-A88C-4242-AAA8-FF2817E794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1918E9-9CC8-4952-BF51-D01882E7E8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E2DE80-7C4B-49C5-9884-8C0EA182643D}"/>
              </a:ext>
            </a:extLst>
          </p:cNvPr>
          <p:cNvSpPr>
            <a:spLocks noGrp="1"/>
          </p:cNvSpPr>
          <p:nvPr>
            <p:ph type="dt" sz="half" idx="10"/>
          </p:nvPr>
        </p:nvSpPr>
        <p:spPr/>
        <p:txBody>
          <a:bodyPr/>
          <a:lstStyle/>
          <a:p>
            <a:fld id="{79C35DB8-582F-4419-AD31-7C63417E7ACB}" type="datetimeFigureOut">
              <a:rPr lang="en-US" smtClean="0"/>
              <a:t>7/9/2025</a:t>
            </a:fld>
            <a:endParaRPr lang="en-US"/>
          </a:p>
        </p:txBody>
      </p:sp>
      <p:sp>
        <p:nvSpPr>
          <p:cNvPr id="6" name="Footer Placeholder 5">
            <a:extLst>
              <a:ext uri="{FF2B5EF4-FFF2-40B4-BE49-F238E27FC236}">
                <a16:creationId xmlns:a16="http://schemas.microsoft.com/office/drawing/2014/main" id="{A7A9F536-95C8-40EE-9380-25C015AD33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61DC1C-3135-431D-BD18-8D71DABB0E88}"/>
              </a:ext>
            </a:extLst>
          </p:cNvPr>
          <p:cNvSpPr>
            <a:spLocks noGrp="1"/>
          </p:cNvSpPr>
          <p:nvPr>
            <p:ph type="sldNum" sz="quarter" idx="12"/>
          </p:nvPr>
        </p:nvSpPr>
        <p:spPr/>
        <p:txBody>
          <a:bodyPr/>
          <a:lstStyle/>
          <a:p>
            <a:fld id="{E666C78B-6015-40E5-84C2-78D1BA314296}" type="slidenum">
              <a:rPr lang="en-US" smtClean="0"/>
              <a:t>‹#›</a:t>
            </a:fld>
            <a:endParaRPr lang="en-US"/>
          </a:p>
        </p:txBody>
      </p:sp>
    </p:spTree>
    <p:extLst>
      <p:ext uri="{BB962C8B-B14F-4D97-AF65-F5344CB8AC3E}">
        <p14:creationId xmlns:p14="http://schemas.microsoft.com/office/powerpoint/2010/main" val="1952740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21C46-7A2D-4DD9-9AFC-3710F8977A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72B0A3-DE15-4BCC-9687-A1DFEE3688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C0966B-39ED-433C-8C40-AD7EFC3CD1E1}"/>
              </a:ext>
            </a:extLst>
          </p:cNvPr>
          <p:cNvSpPr>
            <a:spLocks noGrp="1"/>
          </p:cNvSpPr>
          <p:nvPr>
            <p:ph type="dt" sz="half" idx="10"/>
          </p:nvPr>
        </p:nvSpPr>
        <p:spPr/>
        <p:txBody>
          <a:bodyPr/>
          <a:lstStyle/>
          <a:p>
            <a:fld id="{79C35DB8-582F-4419-AD31-7C63417E7ACB}" type="datetimeFigureOut">
              <a:rPr lang="en-US" smtClean="0"/>
              <a:t>7/9/2025</a:t>
            </a:fld>
            <a:endParaRPr lang="en-US"/>
          </a:p>
        </p:txBody>
      </p:sp>
      <p:sp>
        <p:nvSpPr>
          <p:cNvPr id="5" name="Footer Placeholder 4">
            <a:extLst>
              <a:ext uri="{FF2B5EF4-FFF2-40B4-BE49-F238E27FC236}">
                <a16:creationId xmlns:a16="http://schemas.microsoft.com/office/drawing/2014/main" id="{8305775C-65D4-4919-BC54-EE58E152B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A58C7F-BF22-48C7-AA7D-4681809990F1}"/>
              </a:ext>
            </a:extLst>
          </p:cNvPr>
          <p:cNvSpPr>
            <a:spLocks noGrp="1"/>
          </p:cNvSpPr>
          <p:nvPr>
            <p:ph type="sldNum" sz="quarter" idx="12"/>
          </p:nvPr>
        </p:nvSpPr>
        <p:spPr/>
        <p:txBody>
          <a:bodyPr/>
          <a:lstStyle/>
          <a:p>
            <a:fld id="{E666C78B-6015-40E5-84C2-78D1BA314296}" type="slidenum">
              <a:rPr lang="en-US" smtClean="0"/>
              <a:t>‹#›</a:t>
            </a:fld>
            <a:endParaRPr lang="en-US"/>
          </a:p>
        </p:txBody>
      </p:sp>
    </p:spTree>
    <p:extLst>
      <p:ext uri="{BB962C8B-B14F-4D97-AF65-F5344CB8AC3E}">
        <p14:creationId xmlns:p14="http://schemas.microsoft.com/office/powerpoint/2010/main" val="3148331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C6BA41-4ED7-492F-B33E-4BB8DEDD1C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2B80C5-0C20-48FA-B0DE-ACE8B28EE3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588929-5813-4488-B8E8-11A85F49E5E5}"/>
              </a:ext>
            </a:extLst>
          </p:cNvPr>
          <p:cNvSpPr>
            <a:spLocks noGrp="1"/>
          </p:cNvSpPr>
          <p:nvPr>
            <p:ph type="dt" sz="half" idx="10"/>
          </p:nvPr>
        </p:nvSpPr>
        <p:spPr/>
        <p:txBody>
          <a:bodyPr/>
          <a:lstStyle/>
          <a:p>
            <a:fld id="{79C35DB8-582F-4419-AD31-7C63417E7ACB}" type="datetimeFigureOut">
              <a:rPr lang="en-US" smtClean="0"/>
              <a:t>7/9/2025</a:t>
            </a:fld>
            <a:endParaRPr lang="en-US"/>
          </a:p>
        </p:txBody>
      </p:sp>
      <p:sp>
        <p:nvSpPr>
          <p:cNvPr id="5" name="Footer Placeholder 4">
            <a:extLst>
              <a:ext uri="{FF2B5EF4-FFF2-40B4-BE49-F238E27FC236}">
                <a16:creationId xmlns:a16="http://schemas.microsoft.com/office/drawing/2014/main" id="{59D05CCA-A2DC-4960-9FC2-D56E17EAF6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E69B1F-BBAE-4479-961E-A38903752A74}"/>
              </a:ext>
            </a:extLst>
          </p:cNvPr>
          <p:cNvSpPr>
            <a:spLocks noGrp="1"/>
          </p:cNvSpPr>
          <p:nvPr>
            <p:ph type="sldNum" sz="quarter" idx="12"/>
          </p:nvPr>
        </p:nvSpPr>
        <p:spPr/>
        <p:txBody>
          <a:bodyPr/>
          <a:lstStyle/>
          <a:p>
            <a:fld id="{E666C78B-6015-40E5-84C2-78D1BA314296}" type="slidenum">
              <a:rPr lang="en-US" smtClean="0"/>
              <a:t>‹#›</a:t>
            </a:fld>
            <a:endParaRPr lang="en-US"/>
          </a:p>
        </p:txBody>
      </p:sp>
    </p:spTree>
    <p:extLst>
      <p:ext uri="{BB962C8B-B14F-4D97-AF65-F5344CB8AC3E}">
        <p14:creationId xmlns:p14="http://schemas.microsoft.com/office/powerpoint/2010/main" val="2737314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D7F8E-3328-4EF3-A37F-B1FEA26E74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D86477-37B8-424C-AD43-FCE0412A1C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575519-8AA2-490C-B73B-04E363B3A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C35DB8-582F-4419-AD31-7C63417E7ACB}" type="datetimeFigureOut">
              <a:rPr lang="en-US" smtClean="0"/>
              <a:t>7/9/2025</a:t>
            </a:fld>
            <a:endParaRPr lang="en-US"/>
          </a:p>
        </p:txBody>
      </p:sp>
      <p:sp>
        <p:nvSpPr>
          <p:cNvPr id="5" name="Footer Placeholder 4">
            <a:extLst>
              <a:ext uri="{FF2B5EF4-FFF2-40B4-BE49-F238E27FC236}">
                <a16:creationId xmlns:a16="http://schemas.microsoft.com/office/drawing/2014/main" id="{19F8859B-14E0-4BC2-B8BD-649F075DA6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E71271-EC96-42CE-BAA7-16984421DF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66C78B-6015-40E5-84C2-78D1BA314296}" type="slidenum">
              <a:rPr lang="en-US" smtClean="0"/>
              <a:t>‹#›</a:t>
            </a:fld>
            <a:endParaRPr lang="en-US"/>
          </a:p>
        </p:txBody>
      </p:sp>
    </p:spTree>
    <p:extLst>
      <p:ext uri="{BB962C8B-B14F-4D97-AF65-F5344CB8AC3E}">
        <p14:creationId xmlns:p14="http://schemas.microsoft.com/office/powerpoint/2010/main" val="2378910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 name="Subtitle 2">
            <a:extLst>
              <a:ext uri="{FF2B5EF4-FFF2-40B4-BE49-F238E27FC236}">
                <a16:creationId xmlns:a16="http://schemas.microsoft.com/office/drawing/2014/main" id="{9D04721A-4C48-46EF-B8AB-7BE04AA4924D}"/>
              </a:ext>
            </a:extLst>
          </p:cNvPr>
          <p:cNvSpPr>
            <a:spLocks noGrp="1"/>
          </p:cNvSpPr>
          <p:nvPr>
            <p:ph type="subTitle" idx="1"/>
          </p:nvPr>
        </p:nvSpPr>
        <p:spPr>
          <a:xfrm>
            <a:off x="2060066" y="479416"/>
            <a:ext cx="8590140" cy="682079"/>
          </a:xfrm>
        </p:spPr>
        <p:txBody>
          <a:bodyPr>
            <a:noAutofit/>
          </a:bodyPr>
          <a:lstStyle/>
          <a:p>
            <a:r>
              <a:rPr lang="en-US" sz="4000" dirty="0">
                <a:solidFill>
                  <a:schemeClr val="tx2"/>
                </a:solidFill>
              </a:rPr>
              <a:t>SOP TAHFIDZ MADRASAH BAITUL IZZAH </a:t>
            </a:r>
          </a:p>
        </p:txBody>
      </p:sp>
      <p:sp>
        <p:nvSpPr>
          <p:cNvPr id="20" name="TextBox 19">
            <a:extLst>
              <a:ext uri="{FF2B5EF4-FFF2-40B4-BE49-F238E27FC236}">
                <a16:creationId xmlns:a16="http://schemas.microsoft.com/office/drawing/2014/main" id="{11C883C9-A35D-4E74-B3B8-536BF93BBB60}"/>
              </a:ext>
            </a:extLst>
          </p:cNvPr>
          <p:cNvSpPr txBox="1"/>
          <p:nvPr/>
        </p:nvSpPr>
        <p:spPr>
          <a:xfrm>
            <a:off x="444717" y="1267594"/>
            <a:ext cx="7400569" cy="461665"/>
          </a:xfrm>
          <a:prstGeom prst="rect">
            <a:avLst/>
          </a:prstGeom>
          <a:noFill/>
        </p:spPr>
        <p:txBody>
          <a:bodyPr wrap="square">
            <a:spAutoFit/>
          </a:bodyPr>
          <a:lstStyle/>
          <a:p>
            <a:r>
              <a:rPr lang="id-ID" sz="2400" b="1" i="1" dirty="0">
                <a:effectLst/>
                <a:latin typeface="Times New Roman" panose="02020603050405020304" pitchFamily="18" charset="0"/>
                <a:ea typeface="Calibri" panose="020F0502020204030204" pitchFamily="34" charset="0"/>
              </a:rPr>
              <a:t>TATA TERTIB MUSYRIF / PEMBIMBING TAHFIDZ</a:t>
            </a:r>
            <a:endParaRPr lang="en-US" sz="2400" b="1" dirty="0"/>
          </a:p>
        </p:txBody>
      </p:sp>
      <p:sp>
        <p:nvSpPr>
          <p:cNvPr id="21" name="TextBox 20">
            <a:extLst>
              <a:ext uri="{FF2B5EF4-FFF2-40B4-BE49-F238E27FC236}">
                <a16:creationId xmlns:a16="http://schemas.microsoft.com/office/drawing/2014/main" id="{902A0991-9D84-4AC7-A7C6-B6A9B70D3756}"/>
              </a:ext>
            </a:extLst>
          </p:cNvPr>
          <p:cNvSpPr txBox="1"/>
          <p:nvPr/>
        </p:nvSpPr>
        <p:spPr>
          <a:xfrm>
            <a:off x="444717" y="1835358"/>
            <a:ext cx="6096000" cy="689099"/>
          </a:xfrm>
          <a:prstGeom prst="rect">
            <a:avLst/>
          </a:prstGeom>
          <a:noFill/>
        </p:spPr>
        <p:txBody>
          <a:bodyPr wrap="square">
            <a:spAutoFit/>
          </a:bodyPr>
          <a:lstStyle/>
          <a:p>
            <a:pPr marL="342900" marR="0" lvl="0" indent="-342900" algn="just" rtl="0">
              <a:lnSpc>
                <a:spcPct val="115000"/>
              </a:lnSpc>
              <a:spcBef>
                <a:spcPts val="0"/>
              </a:spcBef>
              <a:spcAft>
                <a:spcPts val="1000"/>
              </a:spcAft>
              <a:buFont typeface="+mj-lt"/>
              <a:buAutoNum type="alphaUcPeriod"/>
              <a:tabLst>
                <a:tab pos="540385" algn="l"/>
                <a:tab pos="1160780" algn="l"/>
              </a:tabLst>
            </a:pPr>
            <a:r>
              <a:rPr lang="en-US" sz="3600" b="1" dirty="0">
                <a:effectLst/>
                <a:latin typeface="Times New Roman" panose="02020603050405020304" pitchFamily="18" charset="0"/>
                <a:ea typeface="Calibri" panose="020F0502020204030204" pitchFamily="34" charset="0"/>
                <a:cs typeface="Arial" panose="020B0604020202020204" pitchFamily="34" charset="0"/>
              </a:rPr>
              <a:t> KEWAJIBAN </a:t>
            </a:r>
            <a:endParaRPr lang="en-US" sz="3600"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CF71E310-7023-4BC5-81BF-9E1AAD7C379A}"/>
              </a:ext>
            </a:extLst>
          </p:cNvPr>
          <p:cNvSpPr txBox="1"/>
          <p:nvPr/>
        </p:nvSpPr>
        <p:spPr>
          <a:xfrm>
            <a:off x="393482" y="2818921"/>
            <a:ext cx="8725788" cy="523220"/>
          </a:xfrm>
          <a:prstGeom prst="rect">
            <a:avLst/>
          </a:prstGeom>
          <a:noFill/>
        </p:spPr>
        <p:txBody>
          <a:bodyPr wrap="square">
            <a:spAutoFit/>
          </a:bodyPr>
          <a:lstStyle/>
          <a:p>
            <a:pPr marL="514350" indent="-514350">
              <a:buFont typeface="+mj-lt"/>
              <a:buAutoNum type="arabicParenR"/>
            </a:pPr>
            <a:r>
              <a:rPr lang="id-ID" sz="2800" dirty="0">
                <a:effectLst/>
                <a:latin typeface="Times New Roman" panose="02020603050405020304" pitchFamily="18" charset="0"/>
                <a:ea typeface="Calibri" panose="020F0502020204030204" pitchFamily="34" charset="0"/>
              </a:rPr>
              <a:t>Datang ke masjid</a:t>
            </a:r>
            <a:r>
              <a:rPr lang="en-US" sz="2800" dirty="0">
                <a:effectLst/>
                <a:latin typeface="Times New Roman" panose="02020603050405020304" pitchFamily="18" charset="0"/>
                <a:ea typeface="Calibri" panose="020F0502020204030204" pitchFamily="34" charset="0"/>
              </a:rPr>
              <a:t>/Kelas</a:t>
            </a:r>
            <a:r>
              <a:rPr lang="id-ID" sz="2800" dirty="0">
                <a:effectLst/>
                <a:latin typeface="Times New Roman" panose="02020603050405020304" pitchFamily="18" charset="0"/>
                <a:ea typeface="Calibri" panose="020F0502020204030204" pitchFamily="34" charset="0"/>
              </a:rPr>
              <a:t> dan masuk halaqoh tepat waktu</a:t>
            </a:r>
            <a:endParaRPr lang="en-US" sz="2800" dirty="0"/>
          </a:p>
        </p:txBody>
      </p:sp>
      <p:sp>
        <p:nvSpPr>
          <p:cNvPr id="24" name="TextBox 23">
            <a:extLst>
              <a:ext uri="{FF2B5EF4-FFF2-40B4-BE49-F238E27FC236}">
                <a16:creationId xmlns:a16="http://schemas.microsoft.com/office/drawing/2014/main" id="{FF86233C-3E6F-48E5-BB36-C1DC97EEBC76}"/>
              </a:ext>
            </a:extLst>
          </p:cNvPr>
          <p:cNvSpPr txBox="1"/>
          <p:nvPr/>
        </p:nvSpPr>
        <p:spPr>
          <a:xfrm>
            <a:off x="382232" y="3344735"/>
            <a:ext cx="11427230" cy="1122743"/>
          </a:xfrm>
          <a:prstGeom prst="rect">
            <a:avLst/>
          </a:prstGeom>
          <a:noFill/>
        </p:spPr>
        <p:txBody>
          <a:bodyPr wrap="square">
            <a:spAutoFit/>
          </a:bodyPr>
          <a:lstStyle/>
          <a:p>
            <a:pPr marL="514350" marR="0" lvl="0" indent="-514350">
              <a:lnSpc>
                <a:spcPct val="115000"/>
              </a:lnSpc>
              <a:spcBef>
                <a:spcPts val="0"/>
              </a:spcBef>
              <a:spcAft>
                <a:spcPts val="1000"/>
              </a:spcAft>
              <a:buFont typeface="+mj-lt"/>
              <a:buAutoNum type="arabicParenR" startAt="2"/>
              <a:tabLst>
                <a:tab pos="540385" algn="l"/>
                <a:tab pos="1160780" algn="l"/>
              </a:tabLst>
            </a:pPr>
            <a:r>
              <a:rPr lang="en-US" sz="2800" dirty="0" err="1">
                <a:effectLst/>
                <a:latin typeface="Times New Roman" panose="02020603050405020304" pitchFamily="18" charset="0"/>
                <a:ea typeface="Calibri" panose="020F0502020204030204" pitchFamily="34" charset="0"/>
                <a:cs typeface="Arial" panose="020B0604020202020204" pitchFamily="34" charset="0"/>
              </a:rPr>
              <a:t>Mengenakan</a:t>
            </a:r>
            <a:r>
              <a:rPr lang="en-US" sz="2800" dirty="0">
                <a:effectLst/>
                <a:latin typeface="Times New Roman" panose="02020603050405020304" pitchFamily="18" charset="0"/>
                <a:ea typeface="Calibri" panose="020F0502020204030204" pitchFamily="34" charset="0"/>
                <a:cs typeface="Arial" panose="020B0604020202020204" pitchFamily="34" charset="0"/>
              </a:rPr>
              <a:t> </a:t>
            </a:r>
            <a:r>
              <a:rPr lang="en-US" sz="2800" dirty="0" err="1">
                <a:effectLst/>
                <a:latin typeface="Times New Roman" panose="02020603050405020304" pitchFamily="18" charset="0"/>
                <a:ea typeface="Calibri" panose="020F0502020204030204" pitchFamily="34" charset="0"/>
                <a:cs typeface="Arial" panose="020B0604020202020204" pitchFamily="34" charset="0"/>
              </a:rPr>
              <a:t>pakaian</a:t>
            </a:r>
            <a:r>
              <a:rPr lang="en-US" sz="2800" dirty="0">
                <a:effectLst/>
                <a:latin typeface="Times New Roman" panose="02020603050405020304" pitchFamily="18" charset="0"/>
                <a:ea typeface="Calibri" panose="020F0502020204030204" pitchFamily="34" charset="0"/>
                <a:cs typeface="Arial" panose="020B0604020202020204" pitchFamily="34" charset="0"/>
              </a:rPr>
              <a:t> </a:t>
            </a:r>
            <a:r>
              <a:rPr lang="en-US" sz="2800" dirty="0" err="1">
                <a:effectLst/>
                <a:latin typeface="Times New Roman" panose="02020603050405020304" pitchFamily="18" charset="0"/>
                <a:ea typeface="Calibri" panose="020F0502020204030204" pitchFamily="34" charset="0"/>
                <a:cs typeface="Arial" panose="020B0604020202020204" pitchFamily="34" charset="0"/>
              </a:rPr>
              <a:t>muslim</a:t>
            </a:r>
            <a:r>
              <a:rPr lang="id-ID" sz="2800" dirty="0">
                <a:effectLst/>
                <a:latin typeface="Times New Roman" panose="02020603050405020304" pitchFamily="18" charset="0"/>
                <a:ea typeface="Calibri" panose="020F0502020204030204" pitchFamily="34" charset="0"/>
                <a:cs typeface="Arial" panose="020B0604020202020204" pitchFamily="34" charset="0"/>
              </a:rPr>
              <a:t> dan rapi</a:t>
            </a:r>
            <a:r>
              <a:rPr lang="en-US" sz="2800" dirty="0">
                <a:effectLst/>
                <a:latin typeface="Times New Roman" panose="02020603050405020304" pitchFamily="18" charset="0"/>
                <a:ea typeface="Calibri" panose="020F0502020204030204" pitchFamily="34" charset="0"/>
                <a:cs typeface="Arial" panose="020B0604020202020204" pitchFamily="34" charset="0"/>
              </a:rPr>
              <a:t> </a:t>
            </a:r>
            <a:r>
              <a:rPr lang="en-US" sz="2800" dirty="0" err="1">
                <a:effectLst/>
                <a:latin typeface="Times New Roman" panose="02020603050405020304" pitchFamily="18" charset="0"/>
                <a:ea typeface="Calibri" panose="020F0502020204030204" pitchFamily="34" charset="0"/>
                <a:cs typeface="Arial" panose="020B0604020202020204" pitchFamily="34" charset="0"/>
              </a:rPr>
              <a:t>ketika</a:t>
            </a:r>
            <a:r>
              <a:rPr lang="en-US" sz="2800" dirty="0">
                <a:effectLst/>
                <a:latin typeface="Times New Roman" panose="02020603050405020304" pitchFamily="18" charset="0"/>
                <a:ea typeface="Calibri" panose="020F0502020204030204" pitchFamily="34" charset="0"/>
                <a:cs typeface="Arial" panose="020B0604020202020204" pitchFamily="34" charset="0"/>
              </a:rPr>
              <a:t> </a:t>
            </a:r>
            <a:r>
              <a:rPr lang="en-US" sz="2800" dirty="0" err="1">
                <a:effectLst/>
                <a:latin typeface="Times New Roman" panose="02020603050405020304" pitchFamily="18" charset="0"/>
                <a:ea typeface="Calibri" panose="020F0502020204030204" pitchFamily="34" charset="0"/>
                <a:cs typeface="Arial" panose="020B0604020202020204" pitchFamily="34" charset="0"/>
              </a:rPr>
              <a:t>berada</a:t>
            </a:r>
            <a:r>
              <a:rPr lang="en-US" sz="2800" dirty="0">
                <a:effectLst/>
                <a:latin typeface="Times New Roman" panose="02020603050405020304" pitchFamily="18" charset="0"/>
                <a:ea typeface="Calibri" panose="020F0502020204030204" pitchFamily="34" charset="0"/>
                <a:cs typeface="Arial" panose="020B0604020202020204" pitchFamily="34" charset="0"/>
              </a:rPr>
              <a:t> </a:t>
            </a:r>
            <a:r>
              <a:rPr lang="en-US" sz="2800" dirty="0" err="1">
                <a:effectLst/>
                <a:latin typeface="Times New Roman" panose="02020603050405020304" pitchFamily="18" charset="0"/>
                <a:ea typeface="Calibri" panose="020F0502020204030204" pitchFamily="34" charset="0"/>
                <a:cs typeface="Arial" panose="020B0604020202020204" pitchFamily="34" charset="0"/>
              </a:rPr>
              <a:t>dalam</a:t>
            </a:r>
            <a:r>
              <a:rPr lang="en-US" sz="2800" dirty="0">
                <a:effectLst/>
                <a:latin typeface="Times New Roman" panose="02020603050405020304" pitchFamily="18" charset="0"/>
                <a:ea typeface="Calibri" panose="020F0502020204030204" pitchFamily="34" charset="0"/>
                <a:cs typeface="Arial" panose="020B0604020202020204" pitchFamily="34" charset="0"/>
              </a:rPr>
              <a:t> </a:t>
            </a:r>
            <a:r>
              <a:rPr lang="en-US" sz="2800" dirty="0" err="1">
                <a:effectLst/>
                <a:latin typeface="Times New Roman" panose="02020603050405020304" pitchFamily="18" charset="0"/>
                <a:ea typeface="Calibri" panose="020F0502020204030204" pitchFamily="34" charset="0"/>
                <a:cs typeface="Arial" panose="020B0604020202020204" pitchFamily="34" charset="0"/>
              </a:rPr>
              <a:t>halaqah</a:t>
            </a:r>
            <a:r>
              <a:rPr lang="en-US" sz="2800" dirty="0">
                <a:effectLst/>
                <a:latin typeface="Times New Roman" panose="02020603050405020304" pitchFamily="18" charset="0"/>
                <a:ea typeface="Calibri" panose="020F0502020204030204" pitchFamily="34" charset="0"/>
                <a:cs typeface="Arial" panose="020B0604020202020204" pitchFamily="34" charset="0"/>
              </a:rPr>
              <a:t>, </a:t>
            </a:r>
            <a:r>
              <a:rPr lang="en-US" sz="3200" dirty="0" err="1">
                <a:effectLst/>
                <a:latin typeface="Times New Roman" panose="02020603050405020304" pitchFamily="18" charset="0"/>
                <a:ea typeface="Calibri" panose="020F0502020204030204" pitchFamily="34" charset="0"/>
                <a:cs typeface="Arial" panose="020B0604020202020204" pitchFamily="34" charset="0"/>
              </a:rPr>
              <a:t>seperti</a:t>
            </a:r>
            <a:r>
              <a:rPr lang="en-US" sz="2800" dirty="0">
                <a:effectLst/>
                <a:latin typeface="Times New Roman" panose="02020603050405020304" pitchFamily="18" charset="0"/>
                <a:ea typeface="Calibri" panose="020F0502020204030204" pitchFamily="34" charset="0"/>
                <a:cs typeface="Arial" panose="020B0604020202020204" pitchFamily="34" charset="0"/>
              </a:rPr>
              <a:t> </a:t>
            </a:r>
            <a:r>
              <a:rPr lang="en-US" sz="2800" dirty="0" err="1">
                <a:effectLst/>
                <a:latin typeface="Times New Roman" panose="02020603050405020304" pitchFamily="18" charset="0"/>
                <a:ea typeface="Calibri" panose="020F0502020204030204" pitchFamily="34" charset="0"/>
                <a:cs typeface="Arial" panose="020B0604020202020204" pitchFamily="34" charset="0"/>
              </a:rPr>
              <a:t>peci</a:t>
            </a:r>
            <a:r>
              <a:rPr lang="en-US" sz="2800" dirty="0">
                <a:effectLst/>
                <a:latin typeface="Times New Roman" panose="02020603050405020304" pitchFamily="18" charset="0"/>
                <a:ea typeface="Calibri" panose="020F0502020204030204" pitchFamily="34" charset="0"/>
                <a:cs typeface="Arial" panose="020B0604020202020204" pitchFamily="34" charset="0"/>
              </a:rPr>
              <a:t> dan baju </a:t>
            </a:r>
            <a:r>
              <a:rPr lang="en-US" sz="2800" dirty="0" err="1">
                <a:effectLst/>
                <a:latin typeface="Times New Roman" panose="02020603050405020304" pitchFamily="18" charset="0"/>
                <a:ea typeface="Calibri" panose="020F0502020204030204" pitchFamily="34" charset="0"/>
                <a:cs typeface="Arial" panose="020B0604020202020204" pitchFamily="34" charset="0"/>
              </a:rPr>
              <a:t>koko</a:t>
            </a:r>
            <a:r>
              <a:rPr lang="en-US" sz="2800" dirty="0">
                <a:effectLst/>
                <a:latin typeface="Times New Roman" panose="02020603050405020304" pitchFamily="18" charset="0"/>
                <a:ea typeface="Calibri" panose="020F0502020204030204" pitchFamily="34" charset="0"/>
                <a:cs typeface="Arial" panose="020B0604020202020204" pitchFamily="34" charset="0"/>
              </a:rPr>
              <a:t> </a:t>
            </a:r>
            <a:r>
              <a:rPr lang="en-US" sz="2800" dirty="0" err="1">
                <a:effectLst/>
                <a:latin typeface="Times New Roman" panose="02020603050405020304" pitchFamily="18" charset="0"/>
                <a:ea typeface="Calibri" panose="020F0502020204030204" pitchFamily="34" charset="0"/>
                <a:cs typeface="Arial" panose="020B0604020202020204" pitchFamily="34" charset="0"/>
              </a:rPr>
              <a:t>muslim</a:t>
            </a:r>
            <a:r>
              <a:rPr lang="en-US" sz="2800" dirty="0">
                <a:effectLst/>
                <a:latin typeface="Times New Roman" panose="02020603050405020304" pitchFamily="18" charset="0"/>
                <a:ea typeface="Calibri" panose="020F0502020204030204" pitchFamily="34" charset="0"/>
                <a:cs typeface="Arial" panose="020B0604020202020204" pitchFamily="34" charset="0"/>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BB8D019A-2AB4-4F4A-9DBD-6E0CAA8ED383}"/>
              </a:ext>
            </a:extLst>
          </p:cNvPr>
          <p:cNvSpPr txBox="1"/>
          <p:nvPr/>
        </p:nvSpPr>
        <p:spPr>
          <a:xfrm>
            <a:off x="393483" y="4548179"/>
            <a:ext cx="11243700" cy="523220"/>
          </a:xfrm>
          <a:prstGeom prst="rect">
            <a:avLst/>
          </a:prstGeom>
          <a:noFill/>
        </p:spPr>
        <p:txBody>
          <a:bodyPr wrap="square">
            <a:spAutoFit/>
          </a:bodyPr>
          <a:lstStyle/>
          <a:p>
            <a:pPr marL="514350" indent="-514350">
              <a:buFont typeface="+mj-lt"/>
              <a:buAutoNum type="arabicParenR" startAt="3"/>
            </a:pPr>
            <a:r>
              <a:rPr lang="id-ID" sz="2800" dirty="0">
                <a:effectLst/>
                <a:latin typeface="Times New Roman" panose="02020603050405020304" pitchFamily="18" charset="0"/>
                <a:ea typeface="Calibri" panose="020F0502020204030204" pitchFamily="34" charset="0"/>
              </a:rPr>
              <a:t>Mengawal dan mengontrol halaqoh tahfidz hingga selesai waktunya</a:t>
            </a:r>
            <a:endParaRPr lang="en-US" sz="2800" dirty="0"/>
          </a:p>
        </p:txBody>
      </p:sp>
      <p:sp>
        <p:nvSpPr>
          <p:cNvPr id="28" name="TextBox 27">
            <a:extLst>
              <a:ext uri="{FF2B5EF4-FFF2-40B4-BE49-F238E27FC236}">
                <a16:creationId xmlns:a16="http://schemas.microsoft.com/office/drawing/2014/main" id="{43D98F9B-951E-4877-B992-DA6053306783}"/>
              </a:ext>
            </a:extLst>
          </p:cNvPr>
          <p:cNvSpPr txBox="1"/>
          <p:nvPr/>
        </p:nvSpPr>
        <p:spPr>
          <a:xfrm>
            <a:off x="382231" y="5127724"/>
            <a:ext cx="11243699" cy="954107"/>
          </a:xfrm>
          <a:prstGeom prst="rect">
            <a:avLst/>
          </a:prstGeom>
          <a:noFill/>
        </p:spPr>
        <p:txBody>
          <a:bodyPr wrap="square">
            <a:spAutoFit/>
          </a:bodyPr>
          <a:lstStyle/>
          <a:p>
            <a:pPr marL="514350" indent="-514350">
              <a:buFont typeface="+mj-lt"/>
              <a:buAutoNum type="arabicParenR" startAt="4"/>
            </a:pPr>
            <a:r>
              <a:rPr lang="id-ID" sz="2800" dirty="0">
                <a:effectLst/>
                <a:latin typeface="Times New Roman" panose="02020603050405020304" pitchFamily="18" charset="0"/>
                <a:ea typeface="Calibri" panose="020F0502020204030204" pitchFamily="34" charset="0"/>
              </a:rPr>
              <a:t>Memberikan perhatian penuh kepada seluruh Santri yang menjadi anggota halaqahnya</a:t>
            </a:r>
            <a:endParaRPr lang="en-US" sz="2800" dirty="0"/>
          </a:p>
        </p:txBody>
      </p:sp>
    </p:spTree>
    <p:extLst>
      <p:ext uri="{BB962C8B-B14F-4D97-AF65-F5344CB8AC3E}">
        <p14:creationId xmlns:p14="http://schemas.microsoft.com/office/powerpoint/2010/main" val="261803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down)">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anim calcmode="lin" valueType="num">
                                      <p:cBhvr>
                                        <p:cTn id="25" dur="1000" fill="hold"/>
                                        <p:tgtEl>
                                          <p:spTgt spid="24"/>
                                        </p:tgtEl>
                                        <p:attrNameLst>
                                          <p:attrName>ppt_x</p:attrName>
                                        </p:attrNameLst>
                                      </p:cBhvr>
                                      <p:tavLst>
                                        <p:tav tm="0">
                                          <p:val>
                                            <p:strVal val="#ppt_x"/>
                                          </p:val>
                                        </p:tav>
                                        <p:tav tm="100000">
                                          <p:val>
                                            <p:strVal val="#ppt_x"/>
                                          </p:val>
                                        </p:tav>
                                      </p:tavLst>
                                    </p:anim>
                                    <p:anim calcmode="lin" valueType="num">
                                      <p:cBhvr>
                                        <p:cTn id="2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1000"/>
                                        <p:tgtEl>
                                          <p:spTgt spid="26"/>
                                        </p:tgtEl>
                                      </p:cBhvr>
                                    </p:animEffect>
                                    <p:anim calcmode="lin" valueType="num">
                                      <p:cBhvr>
                                        <p:cTn id="32" dur="1000" fill="hold"/>
                                        <p:tgtEl>
                                          <p:spTgt spid="26"/>
                                        </p:tgtEl>
                                        <p:attrNameLst>
                                          <p:attrName>ppt_x</p:attrName>
                                        </p:attrNameLst>
                                      </p:cBhvr>
                                      <p:tavLst>
                                        <p:tav tm="0">
                                          <p:val>
                                            <p:strVal val="#ppt_x"/>
                                          </p:val>
                                        </p:tav>
                                        <p:tav tm="100000">
                                          <p:val>
                                            <p:strVal val="#ppt_x"/>
                                          </p:val>
                                        </p:tav>
                                      </p:tavLst>
                                    </p:anim>
                                    <p:anim calcmode="lin" valueType="num">
                                      <p:cBhvr>
                                        <p:cTn id="3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1000"/>
                                        <p:tgtEl>
                                          <p:spTgt spid="28"/>
                                        </p:tgtEl>
                                      </p:cBhvr>
                                    </p:animEffect>
                                    <p:anim calcmode="lin" valueType="num">
                                      <p:cBhvr>
                                        <p:cTn id="39" dur="1000" fill="hold"/>
                                        <p:tgtEl>
                                          <p:spTgt spid="28"/>
                                        </p:tgtEl>
                                        <p:attrNameLst>
                                          <p:attrName>ppt_x</p:attrName>
                                        </p:attrNameLst>
                                      </p:cBhvr>
                                      <p:tavLst>
                                        <p:tav tm="0">
                                          <p:val>
                                            <p:strVal val="#ppt_x"/>
                                          </p:val>
                                        </p:tav>
                                        <p:tav tm="100000">
                                          <p:val>
                                            <p:strVal val="#ppt_x"/>
                                          </p:val>
                                        </p:tav>
                                      </p:tavLst>
                                    </p:anim>
                                    <p:anim calcmode="lin" valueType="num">
                                      <p:cBhvr>
                                        <p:cTn id="4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4" grpId="0"/>
      <p:bldP spid="26" grpId="0"/>
      <p:bldP spid="28"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 name="Subtitle 2">
            <a:extLst>
              <a:ext uri="{FF2B5EF4-FFF2-40B4-BE49-F238E27FC236}">
                <a16:creationId xmlns:a16="http://schemas.microsoft.com/office/drawing/2014/main" id="{9D04721A-4C48-46EF-B8AB-7BE04AA4924D}"/>
              </a:ext>
            </a:extLst>
          </p:cNvPr>
          <p:cNvSpPr>
            <a:spLocks noGrp="1"/>
          </p:cNvSpPr>
          <p:nvPr>
            <p:ph type="subTitle" idx="1"/>
          </p:nvPr>
        </p:nvSpPr>
        <p:spPr>
          <a:xfrm>
            <a:off x="1953643" y="234743"/>
            <a:ext cx="8590140" cy="682079"/>
          </a:xfrm>
        </p:spPr>
        <p:txBody>
          <a:bodyPr>
            <a:noAutofit/>
          </a:bodyPr>
          <a:lstStyle/>
          <a:p>
            <a:r>
              <a:rPr lang="en-US" sz="4000" dirty="0">
                <a:solidFill>
                  <a:schemeClr val="tx2"/>
                </a:solidFill>
              </a:rPr>
              <a:t>SOP TAHFIDZ MADRASAH BAITUL IZZAH </a:t>
            </a:r>
          </a:p>
        </p:txBody>
      </p:sp>
      <p:sp>
        <p:nvSpPr>
          <p:cNvPr id="22" name="TextBox 21">
            <a:extLst>
              <a:ext uri="{FF2B5EF4-FFF2-40B4-BE49-F238E27FC236}">
                <a16:creationId xmlns:a16="http://schemas.microsoft.com/office/drawing/2014/main" id="{CF71E310-7023-4BC5-81BF-9E1AAD7C379A}"/>
              </a:ext>
            </a:extLst>
          </p:cNvPr>
          <p:cNvSpPr txBox="1"/>
          <p:nvPr/>
        </p:nvSpPr>
        <p:spPr>
          <a:xfrm>
            <a:off x="482853" y="986808"/>
            <a:ext cx="8725788" cy="523220"/>
          </a:xfrm>
          <a:prstGeom prst="rect">
            <a:avLst/>
          </a:prstGeom>
          <a:noFill/>
        </p:spPr>
        <p:txBody>
          <a:bodyPr wrap="square">
            <a:spAutoFit/>
          </a:bodyPr>
          <a:lstStyle/>
          <a:p>
            <a:pPr marL="514350" indent="-514350">
              <a:buFont typeface="+mj-lt"/>
              <a:buAutoNum type="arabicParenR" startAt="5"/>
            </a:pPr>
            <a:r>
              <a:rPr lang="id-ID" sz="2800" dirty="0"/>
              <a:t>Membuka dan menutup halaqoh sesuai prosedur tetap</a:t>
            </a:r>
            <a:endParaRPr lang="en-US" sz="4000" dirty="0"/>
          </a:p>
        </p:txBody>
      </p:sp>
      <p:sp>
        <p:nvSpPr>
          <p:cNvPr id="24" name="TextBox 23">
            <a:extLst>
              <a:ext uri="{FF2B5EF4-FFF2-40B4-BE49-F238E27FC236}">
                <a16:creationId xmlns:a16="http://schemas.microsoft.com/office/drawing/2014/main" id="{FF86233C-3E6F-48E5-BB36-C1DC97EEBC76}"/>
              </a:ext>
            </a:extLst>
          </p:cNvPr>
          <p:cNvSpPr txBox="1"/>
          <p:nvPr/>
        </p:nvSpPr>
        <p:spPr>
          <a:xfrm>
            <a:off x="469051" y="1479546"/>
            <a:ext cx="11427230" cy="2540824"/>
          </a:xfrm>
          <a:prstGeom prst="rect">
            <a:avLst/>
          </a:prstGeom>
          <a:noFill/>
        </p:spPr>
        <p:txBody>
          <a:bodyPr wrap="square">
            <a:spAutoFit/>
          </a:bodyPr>
          <a:lstStyle/>
          <a:p>
            <a:pPr marL="514350" marR="0" lvl="0" indent="-514350" algn="just">
              <a:lnSpc>
                <a:spcPct val="115000"/>
              </a:lnSpc>
              <a:spcBef>
                <a:spcPts val="0"/>
              </a:spcBef>
              <a:spcAft>
                <a:spcPts val="1000"/>
              </a:spcAft>
              <a:buFont typeface="+mj-lt"/>
              <a:buAutoNum type="arabicParenR" startAt="6"/>
              <a:tabLst>
                <a:tab pos="540385" algn="l"/>
                <a:tab pos="1160780" algn="l"/>
              </a:tabLst>
            </a:pPr>
            <a:r>
              <a:rPr lang="id-ID" sz="2800" dirty="0"/>
              <a:t>Menyimak setoran anggota </a:t>
            </a:r>
            <a:r>
              <a:rPr lang="id-ID" sz="2800"/>
              <a:t>halaqoh </a:t>
            </a:r>
            <a:r>
              <a:rPr lang="en-US" sz="2800"/>
              <a:t>dengan menyusun antrian duduk santri memanjang kebelakang (bukan melingkar) dan mewajibkan santri untuk setoran, seberapapun ayat yang didapat, jika tidak ayat yang disetor (ziyadah), maka santri menyetorkan ayat yang di muroja’ah,  </a:t>
            </a:r>
            <a:r>
              <a:rPr lang="en-US" sz="2800" dirty="0" err="1"/>
              <a:t>tidak</a:t>
            </a:r>
            <a:r>
              <a:rPr lang="en-US" sz="2800" dirty="0"/>
              <a:t> </a:t>
            </a:r>
            <a:r>
              <a:rPr lang="en-US" sz="2800" dirty="0" err="1"/>
              <a:t>diperkenankan</a:t>
            </a:r>
            <a:r>
              <a:rPr lang="en-US" sz="2800" dirty="0"/>
              <a:t> </a:t>
            </a:r>
            <a:r>
              <a:rPr lang="en-US" sz="2800" dirty="0" err="1"/>
              <a:t>mengabaikan</a:t>
            </a:r>
            <a:r>
              <a:rPr lang="en-US" sz="2800" dirty="0"/>
              <a:t> </a:t>
            </a:r>
            <a:r>
              <a:rPr lang="en-US" sz="2800" dirty="0" err="1"/>
              <a:t>santri</a:t>
            </a:r>
            <a:r>
              <a:rPr lang="en-US" sz="2800" dirty="0"/>
              <a:t> </a:t>
            </a:r>
            <a:r>
              <a:rPr lang="en-US" sz="2800" dirty="0" err="1"/>
              <a:t>ketika</a:t>
            </a:r>
            <a:r>
              <a:rPr lang="en-US" sz="2800" dirty="0"/>
              <a:t> </a:t>
            </a:r>
            <a:r>
              <a:rPr lang="en-US" sz="2800" dirty="0" err="1"/>
              <a:t>halaqoh</a:t>
            </a:r>
            <a:r>
              <a:rPr lang="en-US" sz="2800" dirty="0"/>
              <a:t> </a:t>
            </a:r>
            <a:r>
              <a:rPr lang="en-US" sz="2800" dirty="0" err="1"/>
              <a:t>tahfidz</a:t>
            </a:r>
            <a:r>
              <a:rPr lang="en-US" sz="2800" dirty="0"/>
              <a:t>.</a:t>
            </a:r>
            <a:endParaRPr lang="en-US" sz="4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BB8D019A-2AB4-4F4A-9DBD-6E0CAA8ED383}"/>
              </a:ext>
            </a:extLst>
          </p:cNvPr>
          <p:cNvSpPr txBox="1"/>
          <p:nvPr/>
        </p:nvSpPr>
        <p:spPr>
          <a:xfrm>
            <a:off x="473996" y="4020370"/>
            <a:ext cx="11243700" cy="954107"/>
          </a:xfrm>
          <a:prstGeom prst="rect">
            <a:avLst/>
          </a:prstGeom>
          <a:noFill/>
        </p:spPr>
        <p:txBody>
          <a:bodyPr wrap="square">
            <a:spAutoFit/>
          </a:bodyPr>
          <a:lstStyle/>
          <a:p>
            <a:pPr marL="514350" indent="-514350">
              <a:buFont typeface="+mj-lt"/>
              <a:buAutoNum type="arabicParenR" startAt="7"/>
            </a:pPr>
            <a:r>
              <a:rPr lang="id-ID" sz="2800" dirty="0"/>
              <a:t>Menyampaikan perizinan kepada </a:t>
            </a:r>
            <a:r>
              <a:rPr lang="en-US" sz="2800" dirty="0" err="1"/>
              <a:t>Koordinator</a:t>
            </a:r>
            <a:r>
              <a:rPr lang="id-ID" sz="2800" dirty="0"/>
              <a:t> tahfidz</a:t>
            </a:r>
            <a:r>
              <a:rPr lang="en-US" sz="2800" dirty="0"/>
              <a:t>/</a:t>
            </a:r>
            <a:r>
              <a:rPr lang="en-US" sz="2800" dirty="0" err="1"/>
              <a:t>Kesantrian</a:t>
            </a:r>
            <a:r>
              <a:rPr lang="en-US" sz="2800" dirty="0"/>
              <a:t> </a:t>
            </a:r>
            <a:r>
              <a:rPr lang="id-ID" sz="2800" dirty="0"/>
              <a:t>bila berhalangan</a:t>
            </a:r>
            <a:endParaRPr lang="en-US" sz="4000" dirty="0"/>
          </a:p>
        </p:txBody>
      </p:sp>
      <p:sp>
        <p:nvSpPr>
          <p:cNvPr id="28" name="TextBox 27">
            <a:extLst>
              <a:ext uri="{FF2B5EF4-FFF2-40B4-BE49-F238E27FC236}">
                <a16:creationId xmlns:a16="http://schemas.microsoft.com/office/drawing/2014/main" id="{43D98F9B-951E-4877-B992-DA6053306783}"/>
              </a:ext>
            </a:extLst>
          </p:cNvPr>
          <p:cNvSpPr txBox="1"/>
          <p:nvPr/>
        </p:nvSpPr>
        <p:spPr>
          <a:xfrm>
            <a:off x="469051" y="4919303"/>
            <a:ext cx="11243699" cy="2431435"/>
          </a:xfrm>
          <a:prstGeom prst="rect">
            <a:avLst/>
          </a:prstGeom>
          <a:noFill/>
        </p:spPr>
        <p:txBody>
          <a:bodyPr wrap="square">
            <a:spAutoFit/>
          </a:bodyPr>
          <a:lstStyle/>
          <a:p>
            <a:pPr marL="514350" indent="-514350">
              <a:buFont typeface="+mj-lt"/>
              <a:buAutoNum type="arabicParenR" startAt="8"/>
            </a:pPr>
            <a:r>
              <a:rPr lang="en-US" sz="2800" dirty="0" err="1"/>
              <a:t>Menyampaikan</a:t>
            </a:r>
            <a:r>
              <a:rPr lang="en-US" sz="2800" dirty="0"/>
              <a:t> </a:t>
            </a:r>
            <a:r>
              <a:rPr lang="en-US" sz="2800" dirty="0" err="1"/>
              <a:t>evalusi</a:t>
            </a:r>
            <a:r>
              <a:rPr lang="en-US" sz="2800" dirty="0"/>
              <a:t> dan </a:t>
            </a:r>
            <a:r>
              <a:rPr lang="en-US" sz="2800" dirty="0" err="1"/>
              <a:t>pencapaian</a:t>
            </a:r>
            <a:r>
              <a:rPr lang="en-US" sz="2800" dirty="0"/>
              <a:t> </a:t>
            </a:r>
            <a:r>
              <a:rPr lang="en-US" sz="2800" dirty="0" err="1"/>
              <a:t>hafalan</a:t>
            </a:r>
            <a:r>
              <a:rPr lang="en-US" sz="2800" dirty="0"/>
              <a:t> </a:t>
            </a:r>
            <a:r>
              <a:rPr lang="en-US" sz="2800" dirty="0" err="1"/>
              <a:t>anggota</a:t>
            </a:r>
            <a:r>
              <a:rPr lang="en-US" sz="2800" dirty="0"/>
              <a:t> </a:t>
            </a:r>
            <a:r>
              <a:rPr lang="en-US" sz="2800" dirty="0" err="1"/>
              <a:t>halaqohnya</a:t>
            </a:r>
            <a:r>
              <a:rPr lang="en-US" sz="2800" dirty="0"/>
              <a:t> </a:t>
            </a:r>
            <a:r>
              <a:rPr lang="en-US" sz="2800" dirty="0" err="1"/>
              <a:t>kepada</a:t>
            </a:r>
            <a:r>
              <a:rPr lang="en-US" sz="2800" dirty="0"/>
              <a:t> </a:t>
            </a:r>
            <a:r>
              <a:rPr lang="en-US" sz="2800" dirty="0" err="1"/>
              <a:t>ketua</a:t>
            </a:r>
            <a:r>
              <a:rPr lang="en-US" sz="2800" dirty="0"/>
              <a:t> </a:t>
            </a:r>
            <a:r>
              <a:rPr lang="en-US" sz="2800" dirty="0" err="1"/>
              <a:t>bagian</a:t>
            </a:r>
            <a:r>
              <a:rPr lang="en-US" sz="2800" dirty="0"/>
              <a:t> </a:t>
            </a:r>
            <a:r>
              <a:rPr lang="en-US" sz="2800" dirty="0" err="1"/>
              <a:t>tahfidz</a:t>
            </a:r>
            <a:r>
              <a:rPr lang="en-US" sz="2800" dirty="0"/>
              <a:t> pada </a:t>
            </a:r>
            <a:r>
              <a:rPr lang="en-US" sz="2800" dirty="0" err="1"/>
              <a:t>rapat</a:t>
            </a:r>
            <a:r>
              <a:rPr lang="en-US" sz="2800" dirty="0"/>
              <a:t> </a:t>
            </a:r>
            <a:r>
              <a:rPr lang="en-US" sz="2800" dirty="0" err="1"/>
              <a:t>pekanan</a:t>
            </a:r>
            <a:r>
              <a:rPr lang="en-US" sz="2800" dirty="0"/>
              <a:t>.</a:t>
            </a:r>
          </a:p>
          <a:p>
            <a:pPr marL="514350" indent="-514350">
              <a:buFont typeface="+mj-lt"/>
              <a:buAutoNum type="arabicParenR" startAt="8"/>
            </a:pPr>
            <a:r>
              <a:rPr lang="id-ID" sz="2800" dirty="0"/>
              <a:t>Menggunakan waktu tahfidz jika sudah tidak ada Santri yang setoran untuk murojaah sendiri</a:t>
            </a:r>
            <a:endParaRPr lang="en-US" sz="4000" dirty="0"/>
          </a:p>
          <a:p>
            <a:pPr marL="514350" indent="-514350">
              <a:buFont typeface="+mj-lt"/>
              <a:buAutoNum type="arabicParenR" startAt="8"/>
            </a:pPr>
            <a:endParaRPr lang="en-US" sz="4000" dirty="0"/>
          </a:p>
        </p:txBody>
      </p:sp>
    </p:spTree>
    <p:extLst>
      <p:ext uri="{BB962C8B-B14F-4D97-AF65-F5344CB8AC3E}">
        <p14:creationId xmlns:p14="http://schemas.microsoft.com/office/powerpoint/2010/main" val="829163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1000"/>
                                        <p:tgtEl>
                                          <p:spTgt spid="24"/>
                                        </p:tgtEl>
                                      </p:cBhvr>
                                    </p:animEffect>
                                    <p:anim calcmode="lin" valueType="num">
                                      <p:cBhvr>
                                        <p:cTn id="15" dur="1000" fill="hold"/>
                                        <p:tgtEl>
                                          <p:spTgt spid="24"/>
                                        </p:tgtEl>
                                        <p:attrNameLst>
                                          <p:attrName>ppt_x</p:attrName>
                                        </p:attrNameLst>
                                      </p:cBhvr>
                                      <p:tavLst>
                                        <p:tav tm="0">
                                          <p:val>
                                            <p:strVal val="#ppt_x"/>
                                          </p:val>
                                        </p:tav>
                                        <p:tav tm="100000">
                                          <p:val>
                                            <p:strVal val="#ppt_x"/>
                                          </p:val>
                                        </p:tav>
                                      </p:tavLst>
                                    </p:anim>
                                    <p:anim calcmode="lin" valueType="num">
                                      <p:cBhvr>
                                        <p:cTn id="1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anim calcmode="lin" valueType="num">
                                      <p:cBhvr>
                                        <p:cTn id="22" dur="1000" fill="hold"/>
                                        <p:tgtEl>
                                          <p:spTgt spid="26"/>
                                        </p:tgtEl>
                                        <p:attrNameLst>
                                          <p:attrName>ppt_x</p:attrName>
                                        </p:attrNameLst>
                                      </p:cBhvr>
                                      <p:tavLst>
                                        <p:tav tm="0">
                                          <p:val>
                                            <p:strVal val="#ppt_x"/>
                                          </p:val>
                                        </p:tav>
                                        <p:tav tm="100000">
                                          <p:val>
                                            <p:strVal val="#ppt_x"/>
                                          </p:val>
                                        </p:tav>
                                      </p:tavLst>
                                    </p:anim>
                                    <p:anim calcmode="lin" valueType="num">
                                      <p:cBhvr>
                                        <p:cTn id="2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1000"/>
                                        <p:tgtEl>
                                          <p:spTgt spid="28"/>
                                        </p:tgtEl>
                                      </p:cBhvr>
                                    </p:animEffect>
                                    <p:anim calcmode="lin" valueType="num">
                                      <p:cBhvr>
                                        <p:cTn id="29" dur="1000" fill="hold"/>
                                        <p:tgtEl>
                                          <p:spTgt spid="28"/>
                                        </p:tgtEl>
                                        <p:attrNameLst>
                                          <p:attrName>ppt_x</p:attrName>
                                        </p:attrNameLst>
                                      </p:cBhvr>
                                      <p:tavLst>
                                        <p:tav tm="0">
                                          <p:val>
                                            <p:strVal val="#ppt_x"/>
                                          </p:val>
                                        </p:tav>
                                        <p:tav tm="100000">
                                          <p:val>
                                            <p:strVal val="#ppt_x"/>
                                          </p:val>
                                        </p:tav>
                                      </p:tavLst>
                                    </p:anim>
                                    <p:anim calcmode="lin" valueType="num">
                                      <p:cBhvr>
                                        <p:cTn id="3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8">
                                            <p:txEl>
                                              <p:pRg st="0" end="0"/>
                                            </p:txEl>
                                          </p:spTgt>
                                        </p:tgtEl>
                                        <p:attrNameLst>
                                          <p:attrName>style.visibility</p:attrName>
                                        </p:attrNameLst>
                                      </p:cBhvr>
                                      <p:to>
                                        <p:strVal val="visible"/>
                                      </p:to>
                                    </p:set>
                                    <p:animEffect transition="in" filter="fade">
                                      <p:cBhvr>
                                        <p:cTn id="35" dur="1000"/>
                                        <p:tgtEl>
                                          <p:spTgt spid="28">
                                            <p:txEl>
                                              <p:pRg st="0" end="0"/>
                                            </p:txEl>
                                          </p:spTgt>
                                        </p:tgtEl>
                                      </p:cBhvr>
                                    </p:animEffect>
                                    <p:anim calcmode="lin" valueType="num">
                                      <p:cBhvr>
                                        <p:cTn id="36" dur="1000" fill="hold"/>
                                        <p:tgtEl>
                                          <p:spTgt spid="28">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2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8">
                                            <p:txEl>
                                              <p:pRg st="1" end="1"/>
                                            </p:txEl>
                                          </p:spTgt>
                                        </p:tgtEl>
                                        <p:attrNameLst>
                                          <p:attrName>style.visibility</p:attrName>
                                        </p:attrNameLst>
                                      </p:cBhvr>
                                      <p:to>
                                        <p:strVal val="visible"/>
                                      </p:to>
                                    </p:set>
                                    <p:animEffect transition="in" filter="fade">
                                      <p:cBhvr>
                                        <p:cTn id="42" dur="1000"/>
                                        <p:tgtEl>
                                          <p:spTgt spid="28">
                                            <p:txEl>
                                              <p:pRg st="1" end="1"/>
                                            </p:txEl>
                                          </p:spTgt>
                                        </p:tgtEl>
                                      </p:cBhvr>
                                    </p:animEffect>
                                    <p:anim calcmode="lin" valueType="num">
                                      <p:cBhvr>
                                        <p:cTn id="43" dur="1000" fill="hold"/>
                                        <p:tgtEl>
                                          <p:spTgt spid="28">
                                            <p:txEl>
                                              <p:pRg st="1" end="1"/>
                                            </p:txEl>
                                          </p:spTgt>
                                        </p:tgtEl>
                                        <p:attrNameLst>
                                          <p:attrName>ppt_x</p:attrName>
                                        </p:attrNameLst>
                                      </p:cBhvr>
                                      <p:tavLst>
                                        <p:tav tm="0">
                                          <p:val>
                                            <p:strVal val="#ppt_x"/>
                                          </p:val>
                                        </p:tav>
                                        <p:tav tm="100000">
                                          <p:val>
                                            <p:strVal val="#ppt_x"/>
                                          </p:val>
                                        </p:tav>
                                      </p:tavLst>
                                    </p:anim>
                                    <p:anim calcmode="lin" valueType="num">
                                      <p:cBhvr>
                                        <p:cTn id="44" dur="1000" fill="hold"/>
                                        <p:tgtEl>
                                          <p:spTgt spid="2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6" grpId="0"/>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TextBox 21">
            <a:extLst>
              <a:ext uri="{FF2B5EF4-FFF2-40B4-BE49-F238E27FC236}">
                <a16:creationId xmlns:a16="http://schemas.microsoft.com/office/drawing/2014/main" id="{CF71E310-7023-4BC5-81BF-9E1AAD7C379A}"/>
              </a:ext>
            </a:extLst>
          </p:cNvPr>
          <p:cNvSpPr txBox="1"/>
          <p:nvPr/>
        </p:nvSpPr>
        <p:spPr>
          <a:xfrm>
            <a:off x="514640" y="525621"/>
            <a:ext cx="11162414" cy="6894195"/>
          </a:xfrm>
          <a:prstGeom prst="rect">
            <a:avLst/>
          </a:prstGeom>
          <a:noFill/>
        </p:spPr>
        <p:txBody>
          <a:bodyPr wrap="square">
            <a:spAutoFit/>
          </a:bodyPr>
          <a:lstStyle/>
          <a:p>
            <a:pPr marL="514350" indent="-514350">
              <a:buFont typeface="+mj-lt"/>
              <a:buAutoNum type="arabicParenR" startAt="10"/>
            </a:pPr>
            <a:r>
              <a:rPr lang="en-US" sz="2800" dirty="0"/>
              <a:t> </a:t>
            </a:r>
            <a:r>
              <a:rPr lang="en-US" sz="2800" dirty="0" err="1"/>
              <a:t>Memberikan</a:t>
            </a:r>
            <a:r>
              <a:rPr lang="en-US" sz="2800" dirty="0"/>
              <a:t> </a:t>
            </a:r>
            <a:r>
              <a:rPr lang="en-US" sz="2800" dirty="0" err="1"/>
              <a:t>tausyiah</a:t>
            </a:r>
            <a:r>
              <a:rPr lang="en-US" sz="2800" dirty="0"/>
              <a:t> dan </a:t>
            </a:r>
            <a:r>
              <a:rPr lang="en-US" sz="2800" dirty="0" err="1"/>
              <a:t>motivasi</a:t>
            </a:r>
            <a:r>
              <a:rPr lang="en-US" sz="2800" dirty="0"/>
              <a:t> </a:t>
            </a:r>
            <a:r>
              <a:rPr lang="en-US" sz="2800" dirty="0" err="1"/>
              <a:t>kepada</a:t>
            </a:r>
            <a:r>
              <a:rPr lang="en-US" sz="2800" dirty="0"/>
              <a:t> </a:t>
            </a:r>
            <a:r>
              <a:rPr lang="en-US" sz="2800" dirty="0" err="1"/>
              <a:t>anggota</a:t>
            </a:r>
            <a:r>
              <a:rPr lang="en-US" sz="2800" dirty="0"/>
              <a:t> </a:t>
            </a:r>
            <a:r>
              <a:rPr lang="en-US" sz="2800" dirty="0" err="1"/>
              <a:t>halaqoh</a:t>
            </a:r>
            <a:r>
              <a:rPr lang="en-US" sz="2800" dirty="0"/>
              <a:t> minimal 3x </a:t>
            </a:r>
            <a:r>
              <a:rPr lang="en-US" sz="2800" dirty="0" err="1"/>
              <a:t>dalam</a:t>
            </a:r>
            <a:r>
              <a:rPr lang="en-US" sz="2800" dirty="0"/>
              <a:t> </a:t>
            </a:r>
            <a:r>
              <a:rPr lang="en-US" sz="2800" dirty="0" err="1"/>
              <a:t>sepekan</a:t>
            </a:r>
            <a:r>
              <a:rPr lang="en-US" sz="2800" dirty="0"/>
              <a:t>.</a:t>
            </a:r>
          </a:p>
          <a:p>
            <a:pPr marL="514350" indent="-514350">
              <a:buFont typeface="+mj-lt"/>
              <a:buAutoNum type="arabicParenR" startAt="10"/>
            </a:pPr>
            <a:r>
              <a:rPr lang="en-US" sz="2800" dirty="0"/>
              <a:t> </a:t>
            </a:r>
            <a:r>
              <a:rPr lang="en-US" sz="2800" dirty="0" err="1"/>
              <a:t>Membawa</a:t>
            </a:r>
            <a:r>
              <a:rPr lang="en-US" sz="2800" dirty="0"/>
              <a:t> </a:t>
            </a:r>
            <a:r>
              <a:rPr lang="en-US" sz="2800" dirty="0" err="1"/>
              <a:t>buku</a:t>
            </a:r>
            <a:r>
              <a:rPr lang="en-US" sz="2800" dirty="0"/>
              <a:t> </a:t>
            </a:r>
            <a:r>
              <a:rPr lang="en-US" sz="2800" dirty="0" err="1"/>
              <a:t>setoran</a:t>
            </a:r>
            <a:r>
              <a:rPr lang="en-US" sz="2800" dirty="0"/>
              <a:t> </a:t>
            </a:r>
            <a:r>
              <a:rPr lang="en-US" sz="2800" dirty="0" err="1"/>
              <a:t>tahfidz</a:t>
            </a:r>
            <a:r>
              <a:rPr lang="en-US" sz="2800" dirty="0"/>
              <a:t> </a:t>
            </a:r>
            <a:r>
              <a:rPr lang="en-US" sz="2800" dirty="0" err="1"/>
              <a:t>setiap</a:t>
            </a:r>
            <a:r>
              <a:rPr lang="en-US" sz="2800" dirty="0"/>
              <a:t> </a:t>
            </a:r>
            <a:r>
              <a:rPr lang="en-US" sz="2800" dirty="0" err="1"/>
              <a:t>masuk</a:t>
            </a:r>
            <a:r>
              <a:rPr lang="en-US" sz="2800" dirty="0"/>
              <a:t> </a:t>
            </a:r>
            <a:r>
              <a:rPr lang="en-US" sz="2800" dirty="0" err="1"/>
              <a:t>halaqah</a:t>
            </a:r>
            <a:r>
              <a:rPr lang="en-US" sz="2800" dirty="0"/>
              <a:t> </a:t>
            </a:r>
            <a:r>
              <a:rPr lang="en-US" sz="2800" dirty="0" err="1"/>
              <a:t>tahfidz</a:t>
            </a:r>
            <a:r>
              <a:rPr lang="en-US" dirty="0"/>
              <a:t>.</a:t>
            </a:r>
          </a:p>
          <a:p>
            <a:pPr marL="514350" indent="-514350">
              <a:buFont typeface="+mj-lt"/>
              <a:buAutoNum type="arabicParenR" startAt="10"/>
            </a:pPr>
            <a:r>
              <a:rPr lang="en-US" sz="2800" dirty="0"/>
              <a:t> </a:t>
            </a:r>
            <a:r>
              <a:rPr lang="id-ID" sz="2800" dirty="0"/>
              <a:t>Mencatat setoran hafalan anggotanya di buku setoran yang telah di </a:t>
            </a:r>
            <a:r>
              <a:rPr lang="en-US" sz="2800" dirty="0"/>
              <a:t> </a:t>
            </a:r>
            <a:r>
              <a:rPr lang="id-ID" sz="2800"/>
              <a:t>sediakan</a:t>
            </a:r>
            <a:r>
              <a:rPr lang="en-US" sz="2800"/>
              <a:t>. </a:t>
            </a:r>
            <a:r>
              <a:rPr lang="en-US" sz="2800">
                <a:solidFill>
                  <a:srgbClr val="FF0000"/>
                </a:solidFill>
              </a:rPr>
              <a:t>(Administratif dan instrumen penilaian tahfidz)</a:t>
            </a:r>
            <a:endParaRPr lang="en-US" sz="2800" dirty="0">
              <a:solidFill>
                <a:srgbClr val="FF0000"/>
              </a:solidFill>
            </a:endParaRPr>
          </a:p>
          <a:p>
            <a:pPr marL="514350" indent="-514350">
              <a:buFont typeface="+mj-lt"/>
              <a:buAutoNum type="arabicParenR" startAt="10"/>
            </a:pPr>
            <a:r>
              <a:rPr lang="en-US" sz="2800" dirty="0"/>
              <a:t> </a:t>
            </a:r>
            <a:r>
              <a:rPr lang="id-ID" sz="2800" dirty="0"/>
              <a:t>Mengikuti program tahsin dan tasmi yang diadakan </a:t>
            </a:r>
            <a:r>
              <a:rPr lang="en-US" sz="2800" dirty="0" err="1"/>
              <a:t>koordinator</a:t>
            </a:r>
            <a:r>
              <a:rPr lang="id-ID" sz="2800" dirty="0"/>
              <a:t> tahfidz</a:t>
            </a:r>
            <a:endParaRPr lang="en-US" sz="2800" dirty="0"/>
          </a:p>
          <a:p>
            <a:pPr marL="514350" indent="-514350" algn="just">
              <a:buFont typeface="+mj-lt"/>
              <a:buAutoNum type="arabicParenR" startAt="10"/>
            </a:pPr>
            <a:r>
              <a:rPr lang="en-US" sz="2800" dirty="0"/>
              <a:t> </a:t>
            </a:r>
            <a:r>
              <a:rPr lang="id-ID" sz="2800" dirty="0"/>
              <a:t>Mengisi buku absensi kehadiran dengan tanda tanggan ketika hadir di halaqah dan memberi keterangan jika </a:t>
            </a:r>
            <a:r>
              <a:rPr lang="id-ID" sz="2800"/>
              <a:t>tidak hadir</a:t>
            </a:r>
            <a:r>
              <a:rPr lang="en-US" sz="2800"/>
              <a:t>.</a:t>
            </a:r>
            <a:endParaRPr lang="en-US" sz="2800" dirty="0"/>
          </a:p>
          <a:p>
            <a:pPr marL="514350" indent="-514350" algn="just">
              <a:buFont typeface="+mj-lt"/>
              <a:buAutoNum type="arabicParenR" startAt="10"/>
            </a:pPr>
            <a:r>
              <a:rPr lang="id-ID" sz="2800" dirty="0"/>
              <a:t>Berusaha memberikan suri tauladan yang baik kepada anggota halaqohnya dan seluruh Santri dalam </a:t>
            </a:r>
            <a:r>
              <a:rPr lang="en-US" sz="2800" dirty="0"/>
              <a:t> </a:t>
            </a:r>
            <a:r>
              <a:rPr lang="en-US" sz="2800" dirty="0" err="1"/>
              <a:t>aspek</a:t>
            </a:r>
            <a:r>
              <a:rPr lang="en-US" sz="2800" dirty="0"/>
              <a:t> </a:t>
            </a:r>
            <a:r>
              <a:rPr lang="en-US" sz="2800" dirty="0" err="1"/>
              <a:t>ubudiyah</a:t>
            </a:r>
            <a:r>
              <a:rPr lang="en-US" sz="2800" dirty="0"/>
              <a:t> dan </a:t>
            </a:r>
            <a:r>
              <a:rPr lang="id-ID" sz="2800"/>
              <a:t>menjaga adab</a:t>
            </a:r>
            <a:r>
              <a:rPr lang="en-US" sz="2800"/>
              <a:t>.</a:t>
            </a:r>
            <a:endParaRPr lang="en-US" sz="2800" dirty="0"/>
          </a:p>
          <a:p>
            <a:endParaRPr lang="en-US" sz="5400" dirty="0"/>
          </a:p>
          <a:p>
            <a:pPr marL="514350" indent="-514350">
              <a:buFont typeface="+mj-lt"/>
              <a:buAutoNum type="arabicParenR" startAt="10"/>
            </a:pPr>
            <a:endParaRPr lang="en-US" sz="2800" dirty="0"/>
          </a:p>
          <a:p>
            <a:endParaRPr lang="en-US" sz="4000" dirty="0"/>
          </a:p>
        </p:txBody>
      </p:sp>
    </p:spTree>
    <p:extLst>
      <p:ext uri="{BB962C8B-B14F-4D97-AF65-F5344CB8AC3E}">
        <p14:creationId xmlns:p14="http://schemas.microsoft.com/office/powerpoint/2010/main" val="2484367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1000"/>
                                        <p:tgtEl>
                                          <p:spTgt spid="22">
                                            <p:txEl>
                                              <p:pRg st="0" end="0"/>
                                            </p:txEl>
                                          </p:spTgt>
                                        </p:tgtEl>
                                      </p:cBhvr>
                                    </p:animEffect>
                                    <p:anim calcmode="lin" valueType="num">
                                      <p:cBhvr>
                                        <p:cTn id="8" dur="100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1000"/>
                                        <p:tgtEl>
                                          <p:spTgt spid="22"/>
                                        </p:tgtEl>
                                      </p:cBhvr>
                                    </p:animEffect>
                                    <p:anim calcmode="lin" valueType="num">
                                      <p:cBhvr>
                                        <p:cTn id="15" dur="1000" fill="hold"/>
                                        <p:tgtEl>
                                          <p:spTgt spid="22"/>
                                        </p:tgtEl>
                                        <p:attrNameLst>
                                          <p:attrName>ppt_x</p:attrName>
                                        </p:attrNameLst>
                                      </p:cBhvr>
                                      <p:tavLst>
                                        <p:tav tm="0">
                                          <p:val>
                                            <p:strVal val="#ppt_x"/>
                                          </p:val>
                                        </p:tav>
                                        <p:tav tm="100000">
                                          <p:val>
                                            <p:strVal val="#ppt_x"/>
                                          </p:val>
                                        </p:tav>
                                      </p:tavLst>
                                    </p:anim>
                                    <p:anim calcmode="lin" valueType="num">
                                      <p:cBhvr>
                                        <p:cTn id="1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2">
                                            <p:txEl>
                                              <p:pRg st="1" end="1"/>
                                            </p:txEl>
                                          </p:spTgt>
                                        </p:tgtEl>
                                        <p:attrNameLst>
                                          <p:attrName>style.visibility</p:attrName>
                                        </p:attrNameLst>
                                      </p:cBhvr>
                                      <p:to>
                                        <p:strVal val="visible"/>
                                      </p:to>
                                    </p:set>
                                    <p:animEffect transition="in" filter="fade">
                                      <p:cBhvr>
                                        <p:cTn id="21" dur="1000"/>
                                        <p:tgtEl>
                                          <p:spTgt spid="22">
                                            <p:txEl>
                                              <p:pRg st="1" end="1"/>
                                            </p:txEl>
                                          </p:spTgt>
                                        </p:tgtEl>
                                      </p:cBhvr>
                                    </p:animEffect>
                                    <p:anim calcmode="lin" valueType="num">
                                      <p:cBhvr>
                                        <p:cTn id="22" dur="1000" fill="hold"/>
                                        <p:tgtEl>
                                          <p:spTgt spid="2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2">
                                            <p:txEl>
                                              <p:pRg st="2" end="2"/>
                                            </p:txEl>
                                          </p:spTgt>
                                        </p:tgtEl>
                                        <p:attrNameLst>
                                          <p:attrName>style.visibility</p:attrName>
                                        </p:attrNameLst>
                                      </p:cBhvr>
                                      <p:to>
                                        <p:strVal val="visible"/>
                                      </p:to>
                                    </p:set>
                                    <p:animEffect transition="in" filter="fade">
                                      <p:cBhvr>
                                        <p:cTn id="28" dur="1000"/>
                                        <p:tgtEl>
                                          <p:spTgt spid="22">
                                            <p:txEl>
                                              <p:pRg st="2" end="2"/>
                                            </p:txEl>
                                          </p:spTgt>
                                        </p:tgtEl>
                                      </p:cBhvr>
                                    </p:animEffect>
                                    <p:anim calcmode="lin" valueType="num">
                                      <p:cBhvr>
                                        <p:cTn id="29" dur="1000" fill="hold"/>
                                        <p:tgtEl>
                                          <p:spTgt spid="2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2">
                                            <p:txEl>
                                              <p:pRg st="3" end="3"/>
                                            </p:txEl>
                                          </p:spTgt>
                                        </p:tgtEl>
                                        <p:attrNameLst>
                                          <p:attrName>style.visibility</p:attrName>
                                        </p:attrNameLst>
                                      </p:cBhvr>
                                      <p:to>
                                        <p:strVal val="visible"/>
                                      </p:to>
                                    </p:set>
                                    <p:animEffect transition="in" filter="fade">
                                      <p:cBhvr>
                                        <p:cTn id="35" dur="1000"/>
                                        <p:tgtEl>
                                          <p:spTgt spid="22">
                                            <p:txEl>
                                              <p:pRg st="3" end="3"/>
                                            </p:txEl>
                                          </p:spTgt>
                                        </p:tgtEl>
                                      </p:cBhvr>
                                    </p:animEffect>
                                    <p:anim calcmode="lin" valueType="num">
                                      <p:cBhvr>
                                        <p:cTn id="36" dur="1000" fill="hold"/>
                                        <p:tgtEl>
                                          <p:spTgt spid="2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2">
                                            <p:txEl>
                                              <p:pRg st="4" end="4"/>
                                            </p:txEl>
                                          </p:spTgt>
                                        </p:tgtEl>
                                        <p:attrNameLst>
                                          <p:attrName>style.visibility</p:attrName>
                                        </p:attrNameLst>
                                      </p:cBhvr>
                                      <p:to>
                                        <p:strVal val="visible"/>
                                      </p:to>
                                    </p:set>
                                    <p:animEffect transition="in" filter="fade">
                                      <p:cBhvr>
                                        <p:cTn id="42" dur="1000"/>
                                        <p:tgtEl>
                                          <p:spTgt spid="22">
                                            <p:txEl>
                                              <p:pRg st="4" end="4"/>
                                            </p:txEl>
                                          </p:spTgt>
                                        </p:tgtEl>
                                      </p:cBhvr>
                                    </p:animEffect>
                                    <p:anim calcmode="lin" valueType="num">
                                      <p:cBhvr>
                                        <p:cTn id="43" dur="1000" fill="hold"/>
                                        <p:tgtEl>
                                          <p:spTgt spid="2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2">
                                            <p:txEl>
                                              <p:pRg st="5" end="5"/>
                                            </p:txEl>
                                          </p:spTgt>
                                        </p:tgtEl>
                                        <p:attrNameLst>
                                          <p:attrName>style.visibility</p:attrName>
                                        </p:attrNameLst>
                                      </p:cBhvr>
                                      <p:to>
                                        <p:strVal val="visible"/>
                                      </p:to>
                                    </p:set>
                                    <p:animEffect transition="in" filter="fade">
                                      <p:cBhvr>
                                        <p:cTn id="49" dur="1000"/>
                                        <p:tgtEl>
                                          <p:spTgt spid="22">
                                            <p:txEl>
                                              <p:pRg st="5" end="5"/>
                                            </p:txEl>
                                          </p:spTgt>
                                        </p:tgtEl>
                                      </p:cBhvr>
                                    </p:animEffect>
                                    <p:anim calcmode="lin" valueType="num">
                                      <p:cBhvr>
                                        <p:cTn id="50" dur="1000" fill="hold"/>
                                        <p:tgtEl>
                                          <p:spTgt spid="2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 name="Subtitle 2">
            <a:extLst>
              <a:ext uri="{FF2B5EF4-FFF2-40B4-BE49-F238E27FC236}">
                <a16:creationId xmlns:a16="http://schemas.microsoft.com/office/drawing/2014/main" id="{9D04721A-4C48-46EF-B8AB-7BE04AA4924D}"/>
              </a:ext>
            </a:extLst>
          </p:cNvPr>
          <p:cNvSpPr>
            <a:spLocks noGrp="1"/>
          </p:cNvSpPr>
          <p:nvPr>
            <p:ph type="subTitle" idx="1"/>
          </p:nvPr>
        </p:nvSpPr>
        <p:spPr>
          <a:xfrm>
            <a:off x="2060066" y="479416"/>
            <a:ext cx="8590140" cy="682079"/>
          </a:xfrm>
        </p:spPr>
        <p:txBody>
          <a:bodyPr>
            <a:noAutofit/>
          </a:bodyPr>
          <a:lstStyle/>
          <a:p>
            <a:r>
              <a:rPr lang="en-US" sz="4000" dirty="0">
                <a:solidFill>
                  <a:schemeClr val="tx2"/>
                </a:solidFill>
              </a:rPr>
              <a:t>SOP TAHFIDZ MADRASAH BAITUL IZZAH </a:t>
            </a:r>
          </a:p>
        </p:txBody>
      </p:sp>
      <p:sp>
        <p:nvSpPr>
          <p:cNvPr id="20" name="TextBox 19">
            <a:extLst>
              <a:ext uri="{FF2B5EF4-FFF2-40B4-BE49-F238E27FC236}">
                <a16:creationId xmlns:a16="http://schemas.microsoft.com/office/drawing/2014/main" id="{11C883C9-A35D-4E74-B3B8-536BF93BBB60}"/>
              </a:ext>
            </a:extLst>
          </p:cNvPr>
          <p:cNvSpPr txBox="1"/>
          <p:nvPr/>
        </p:nvSpPr>
        <p:spPr>
          <a:xfrm>
            <a:off x="444717" y="1267594"/>
            <a:ext cx="7400569" cy="461665"/>
          </a:xfrm>
          <a:prstGeom prst="rect">
            <a:avLst/>
          </a:prstGeom>
          <a:noFill/>
        </p:spPr>
        <p:txBody>
          <a:bodyPr wrap="square">
            <a:spAutoFit/>
          </a:bodyPr>
          <a:lstStyle/>
          <a:p>
            <a:r>
              <a:rPr lang="id-ID" sz="2400" b="1" i="1" dirty="0">
                <a:effectLst/>
                <a:latin typeface="Times New Roman" panose="02020603050405020304" pitchFamily="18" charset="0"/>
                <a:ea typeface="Calibri" panose="020F0502020204030204" pitchFamily="34" charset="0"/>
              </a:rPr>
              <a:t>TATA TERTIB MUSYRIF / PEMBIMBING TAHFIDZ</a:t>
            </a:r>
            <a:endParaRPr lang="en-US" sz="2400" b="1" dirty="0"/>
          </a:p>
        </p:txBody>
      </p:sp>
      <p:sp>
        <p:nvSpPr>
          <p:cNvPr id="21" name="TextBox 20">
            <a:extLst>
              <a:ext uri="{FF2B5EF4-FFF2-40B4-BE49-F238E27FC236}">
                <a16:creationId xmlns:a16="http://schemas.microsoft.com/office/drawing/2014/main" id="{902A0991-9D84-4AC7-A7C6-B6A9B70D3756}"/>
              </a:ext>
            </a:extLst>
          </p:cNvPr>
          <p:cNvSpPr txBox="1"/>
          <p:nvPr/>
        </p:nvSpPr>
        <p:spPr>
          <a:xfrm>
            <a:off x="444717" y="1835358"/>
            <a:ext cx="6096000" cy="689099"/>
          </a:xfrm>
          <a:prstGeom prst="rect">
            <a:avLst/>
          </a:prstGeom>
          <a:noFill/>
        </p:spPr>
        <p:txBody>
          <a:bodyPr wrap="square">
            <a:spAutoFit/>
          </a:bodyPr>
          <a:lstStyle/>
          <a:p>
            <a:pPr marR="0" lvl="0" algn="just" rtl="0">
              <a:lnSpc>
                <a:spcPct val="115000"/>
              </a:lnSpc>
              <a:spcBef>
                <a:spcPts val="0"/>
              </a:spcBef>
              <a:spcAft>
                <a:spcPts val="1000"/>
              </a:spcAft>
              <a:tabLst>
                <a:tab pos="540385" algn="l"/>
                <a:tab pos="1160780" algn="l"/>
              </a:tabLst>
            </a:pPr>
            <a:r>
              <a:rPr lang="en-US" sz="3600" b="1" dirty="0">
                <a:effectLst/>
                <a:latin typeface="Times New Roman" panose="02020603050405020304" pitchFamily="18" charset="0"/>
                <a:ea typeface="Calibri" panose="020F0502020204030204" pitchFamily="34" charset="0"/>
                <a:cs typeface="Arial" panose="020B0604020202020204" pitchFamily="34" charset="0"/>
              </a:rPr>
              <a:t> </a:t>
            </a:r>
            <a:r>
              <a:rPr lang="en-US" sz="3600" b="1" dirty="0">
                <a:latin typeface="Times New Roman" panose="02020603050405020304" pitchFamily="18" charset="0"/>
                <a:ea typeface="Calibri" panose="020F0502020204030204" pitchFamily="34" charset="0"/>
                <a:cs typeface="Arial" panose="020B0604020202020204" pitchFamily="34" charset="0"/>
              </a:rPr>
              <a:t>B. LARANGAN</a:t>
            </a:r>
            <a:r>
              <a:rPr lang="en-US" sz="3600" b="1" dirty="0">
                <a:effectLst/>
                <a:latin typeface="Times New Roman" panose="02020603050405020304" pitchFamily="18" charset="0"/>
                <a:ea typeface="Calibri" panose="020F0502020204030204" pitchFamily="34" charset="0"/>
                <a:cs typeface="Arial" panose="020B0604020202020204" pitchFamily="34" charset="0"/>
              </a:rPr>
              <a:t> </a:t>
            </a:r>
            <a:endParaRPr lang="en-US" sz="3600"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CF71E310-7023-4BC5-81BF-9E1AAD7C379A}"/>
              </a:ext>
            </a:extLst>
          </p:cNvPr>
          <p:cNvSpPr txBox="1"/>
          <p:nvPr/>
        </p:nvSpPr>
        <p:spPr>
          <a:xfrm>
            <a:off x="312195" y="2524457"/>
            <a:ext cx="11162414" cy="22929354"/>
          </a:xfrm>
          <a:prstGeom prst="rect">
            <a:avLst/>
          </a:prstGeom>
          <a:noFill/>
        </p:spPr>
        <p:txBody>
          <a:bodyPr wrap="square">
            <a:spAutoFit/>
          </a:bodyPr>
          <a:lstStyle/>
          <a:p>
            <a:pPr marL="742950" indent="-742950" algn="just">
              <a:buFont typeface="+mj-lt"/>
              <a:buAutoNum type="arabicPeriod"/>
            </a:pPr>
            <a:r>
              <a:rPr lang="en-US" sz="2800" b="1" i="1" dirty="0" err="1"/>
              <a:t>Terlambat</a:t>
            </a:r>
            <a:r>
              <a:rPr lang="en-US" sz="2800" b="1" i="1" dirty="0"/>
              <a:t> </a:t>
            </a:r>
            <a:r>
              <a:rPr lang="id-ID" sz="2800" b="1" i="1" dirty="0"/>
              <a:t>masuk halaqoh tahfidz</a:t>
            </a:r>
            <a:endParaRPr lang="en-US" sz="2800" b="1" i="1" dirty="0"/>
          </a:p>
          <a:p>
            <a:pPr marL="742950" indent="-742950" algn="just">
              <a:buFont typeface="+mj-lt"/>
              <a:buAutoNum type="arabicPeriod"/>
            </a:pPr>
            <a:r>
              <a:rPr lang="en-US" sz="2800" b="1" i="1" dirty="0"/>
              <a:t>T</a:t>
            </a:r>
            <a:r>
              <a:rPr lang="id-ID" sz="2800" b="1" i="1"/>
              <a:t>erlambat </a:t>
            </a:r>
            <a:r>
              <a:rPr lang="en-US" sz="2800" b="1" i="1"/>
              <a:t> n</a:t>
            </a:r>
            <a:r>
              <a:rPr lang="id-ID" sz="2800" b="1" i="1"/>
              <a:t>yimak </a:t>
            </a:r>
            <a:r>
              <a:rPr lang="id-ID" sz="2800" b="1" i="1" dirty="0"/>
              <a:t>setoran Santri di luar masjid</a:t>
            </a:r>
            <a:r>
              <a:rPr lang="en-US" sz="2800" b="1" i="1" dirty="0"/>
              <a:t>/</a:t>
            </a:r>
            <a:r>
              <a:rPr lang="en-US" sz="2800" b="1" i="1" dirty="0" err="1"/>
              <a:t>kelas</a:t>
            </a:r>
            <a:endParaRPr lang="en-US" sz="2800" b="1" i="1" dirty="0"/>
          </a:p>
          <a:p>
            <a:pPr marL="742950" indent="-742950" algn="just">
              <a:buFont typeface="+mj-lt"/>
              <a:buAutoNum type="arabicPeriod"/>
            </a:pPr>
            <a:r>
              <a:rPr lang="id-ID" sz="2800" b="1" i="1" dirty="0"/>
              <a:t>Meninggalkan halaqoh tahfidz sebelum selesai waktunya</a:t>
            </a:r>
            <a:endParaRPr lang="en-US" sz="2800" b="1" i="1" dirty="0"/>
          </a:p>
          <a:p>
            <a:pPr marL="742950" indent="-742950" algn="just">
              <a:buFont typeface="+mj-lt"/>
              <a:buAutoNum type="arabicPeriod"/>
            </a:pPr>
            <a:r>
              <a:rPr lang="id-ID" sz="2800" b="1" i="1" dirty="0"/>
              <a:t>Menyibukkan diri dengan hal – hal selain Al Qur’an pada jam tahfidz.  (</a:t>
            </a:r>
            <a:r>
              <a:rPr lang="id-ID" sz="2800" b="1" i="1"/>
              <a:t>Main </a:t>
            </a:r>
            <a:r>
              <a:rPr lang="en-US" sz="2800" b="1" i="1"/>
              <a:t> hp, </a:t>
            </a:r>
            <a:r>
              <a:rPr lang="id-ID" sz="2800" b="1" i="1"/>
              <a:t>laptop</a:t>
            </a:r>
            <a:r>
              <a:rPr lang="id-ID" sz="2800" b="1" i="1" dirty="0"/>
              <a:t>,tablet dll)</a:t>
            </a:r>
            <a:endParaRPr lang="en-US" sz="2800" b="1" i="1" dirty="0"/>
          </a:p>
          <a:p>
            <a:pPr marL="742950" indent="-742950" algn="just">
              <a:buFont typeface="+mj-lt"/>
              <a:buAutoNum type="arabicPeriod"/>
            </a:pPr>
            <a:r>
              <a:rPr lang="en-US" sz="2800" b="1" i="1" dirty="0" err="1"/>
              <a:t>Menggunakan</a:t>
            </a:r>
            <a:r>
              <a:rPr lang="en-US" sz="2800" b="1" i="1" dirty="0"/>
              <a:t> handphone </a:t>
            </a:r>
            <a:r>
              <a:rPr lang="en-US" sz="2800" b="1" i="1" dirty="0" err="1"/>
              <a:t>ketika</a:t>
            </a:r>
            <a:r>
              <a:rPr lang="en-US" sz="2800" b="1" i="1" dirty="0"/>
              <a:t> </a:t>
            </a:r>
            <a:r>
              <a:rPr lang="en-US" sz="2800" b="1" i="1" dirty="0" err="1"/>
              <a:t>berada</a:t>
            </a:r>
            <a:r>
              <a:rPr lang="en-US" sz="2800" b="1" i="1" dirty="0"/>
              <a:t> di </a:t>
            </a:r>
            <a:r>
              <a:rPr lang="en-US" sz="2800" b="1" i="1" dirty="0" err="1"/>
              <a:t>dalam</a:t>
            </a:r>
            <a:r>
              <a:rPr lang="en-US" sz="2800" b="1" i="1" dirty="0"/>
              <a:t> </a:t>
            </a:r>
            <a:r>
              <a:rPr lang="en-US" sz="2800" b="1" i="1" dirty="0" err="1"/>
              <a:t>halaqah</a:t>
            </a:r>
            <a:r>
              <a:rPr lang="en-US" sz="2800" b="1" i="1" dirty="0"/>
              <a:t> </a:t>
            </a:r>
            <a:r>
              <a:rPr lang="en-US" sz="2800" b="1" i="1" dirty="0" err="1"/>
              <a:t>tahfidz</a:t>
            </a:r>
            <a:r>
              <a:rPr lang="id-ID" sz="2800" b="1" i="1" dirty="0"/>
              <a:t>. </a:t>
            </a:r>
            <a:endParaRPr lang="en-US" sz="2800" b="1" i="1" dirty="0"/>
          </a:p>
          <a:p>
            <a:pPr marL="742950" indent="-742950" algn="just">
              <a:buFont typeface="+mj-lt"/>
              <a:buAutoNum type="arabicPeriod"/>
            </a:pPr>
            <a:endParaRPr lang="en-US" sz="123400" b="1" i="1" dirty="0"/>
          </a:p>
          <a:p>
            <a:endParaRPr lang="en-US" sz="2800" dirty="0"/>
          </a:p>
          <a:p>
            <a:endParaRPr lang="en-US" sz="4000" dirty="0"/>
          </a:p>
        </p:txBody>
      </p:sp>
    </p:spTree>
    <p:extLst>
      <p:ext uri="{BB962C8B-B14F-4D97-AF65-F5344CB8AC3E}">
        <p14:creationId xmlns:p14="http://schemas.microsoft.com/office/powerpoint/2010/main" val="1856531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down)">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2">
                                            <p:txEl>
                                              <p:pRg st="0" end="0"/>
                                            </p:txEl>
                                          </p:spTgt>
                                        </p:tgtEl>
                                        <p:attrNameLst>
                                          <p:attrName>style.visibility</p:attrName>
                                        </p:attrNameLst>
                                      </p:cBhvr>
                                      <p:to>
                                        <p:strVal val="visible"/>
                                      </p:to>
                                    </p:set>
                                    <p:animEffect transition="in" filter="fade">
                                      <p:cBhvr>
                                        <p:cTn id="17" dur="1000"/>
                                        <p:tgtEl>
                                          <p:spTgt spid="22">
                                            <p:txEl>
                                              <p:pRg st="0" end="0"/>
                                            </p:txEl>
                                          </p:spTgt>
                                        </p:tgtEl>
                                      </p:cBhvr>
                                    </p:animEffect>
                                    <p:anim calcmode="lin" valueType="num">
                                      <p:cBhvr>
                                        <p:cTn id="18" dur="100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2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2">
                                            <p:txEl>
                                              <p:pRg st="1" end="1"/>
                                            </p:txEl>
                                          </p:spTgt>
                                        </p:tgtEl>
                                        <p:attrNameLst>
                                          <p:attrName>style.visibility</p:attrName>
                                        </p:attrNameLst>
                                      </p:cBhvr>
                                      <p:to>
                                        <p:strVal val="visible"/>
                                      </p:to>
                                    </p:set>
                                    <p:animEffect transition="in" filter="fade">
                                      <p:cBhvr>
                                        <p:cTn id="24" dur="1000"/>
                                        <p:tgtEl>
                                          <p:spTgt spid="22">
                                            <p:txEl>
                                              <p:pRg st="1" end="1"/>
                                            </p:txEl>
                                          </p:spTgt>
                                        </p:tgtEl>
                                      </p:cBhvr>
                                    </p:animEffect>
                                    <p:anim calcmode="lin" valueType="num">
                                      <p:cBhvr>
                                        <p:cTn id="25" dur="1000" fill="hold"/>
                                        <p:tgtEl>
                                          <p:spTgt spid="22">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2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2">
                                            <p:txEl>
                                              <p:pRg st="2" end="2"/>
                                            </p:txEl>
                                          </p:spTgt>
                                        </p:tgtEl>
                                        <p:attrNameLst>
                                          <p:attrName>style.visibility</p:attrName>
                                        </p:attrNameLst>
                                      </p:cBhvr>
                                      <p:to>
                                        <p:strVal val="visible"/>
                                      </p:to>
                                    </p:set>
                                    <p:animEffect transition="in" filter="fade">
                                      <p:cBhvr>
                                        <p:cTn id="31" dur="1000"/>
                                        <p:tgtEl>
                                          <p:spTgt spid="22">
                                            <p:txEl>
                                              <p:pRg st="2" end="2"/>
                                            </p:txEl>
                                          </p:spTgt>
                                        </p:tgtEl>
                                      </p:cBhvr>
                                    </p:animEffect>
                                    <p:anim calcmode="lin" valueType="num">
                                      <p:cBhvr>
                                        <p:cTn id="32" dur="1000" fill="hold"/>
                                        <p:tgtEl>
                                          <p:spTgt spid="22">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2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22">
                                            <p:txEl>
                                              <p:pRg st="3" end="3"/>
                                            </p:txEl>
                                          </p:spTgt>
                                        </p:tgtEl>
                                        <p:attrNameLst>
                                          <p:attrName>style.visibility</p:attrName>
                                        </p:attrNameLst>
                                      </p:cBhvr>
                                      <p:to>
                                        <p:strVal val="visible"/>
                                      </p:to>
                                    </p:set>
                                    <p:animEffect transition="in" filter="fade">
                                      <p:cBhvr>
                                        <p:cTn id="38" dur="1000"/>
                                        <p:tgtEl>
                                          <p:spTgt spid="22">
                                            <p:txEl>
                                              <p:pRg st="3" end="3"/>
                                            </p:txEl>
                                          </p:spTgt>
                                        </p:tgtEl>
                                      </p:cBhvr>
                                    </p:animEffect>
                                    <p:anim calcmode="lin" valueType="num">
                                      <p:cBhvr>
                                        <p:cTn id="39" dur="1000" fill="hold"/>
                                        <p:tgtEl>
                                          <p:spTgt spid="22">
                                            <p:txEl>
                                              <p:pRg st="3" end="3"/>
                                            </p:txEl>
                                          </p:spTgt>
                                        </p:tgtEl>
                                        <p:attrNameLst>
                                          <p:attrName>ppt_x</p:attrName>
                                        </p:attrNameLst>
                                      </p:cBhvr>
                                      <p:tavLst>
                                        <p:tav tm="0">
                                          <p:val>
                                            <p:strVal val="#ppt_x"/>
                                          </p:val>
                                        </p:tav>
                                        <p:tav tm="100000">
                                          <p:val>
                                            <p:strVal val="#ppt_x"/>
                                          </p:val>
                                        </p:tav>
                                      </p:tavLst>
                                    </p:anim>
                                    <p:anim calcmode="lin" valueType="num">
                                      <p:cBhvr>
                                        <p:cTn id="40" dur="1000" fill="hold"/>
                                        <p:tgtEl>
                                          <p:spTgt spid="2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22">
                                            <p:txEl>
                                              <p:pRg st="4" end="4"/>
                                            </p:txEl>
                                          </p:spTgt>
                                        </p:tgtEl>
                                        <p:attrNameLst>
                                          <p:attrName>style.visibility</p:attrName>
                                        </p:attrNameLst>
                                      </p:cBhvr>
                                      <p:to>
                                        <p:strVal val="visible"/>
                                      </p:to>
                                    </p:set>
                                    <p:animEffect transition="in" filter="fade">
                                      <p:cBhvr>
                                        <p:cTn id="45" dur="1000"/>
                                        <p:tgtEl>
                                          <p:spTgt spid="22">
                                            <p:txEl>
                                              <p:pRg st="4" end="4"/>
                                            </p:txEl>
                                          </p:spTgt>
                                        </p:tgtEl>
                                      </p:cBhvr>
                                    </p:animEffect>
                                    <p:anim calcmode="lin" valueType="num">
                                      <p:cBhvr>
                                        <p:cTn id="46" dur="1000" fill="hold"/>
                                        <p:tgtEl>
                                          <p:spTgt spid="22">
                                            <p:txEl>
                                              <p:pRg st="4" end="4"/>
                                            </p:txEl>
                                          </p:spTgt>
                                        </p:tgtEl>
                                        <p:attrNameLst>
                                          <p:attrName>ppt_x</p:attrName>
                                        </p:attrNameLst>
                                      </p:cBhvr>
                                      <p:tavLst>
                                        <p:tav tm="0">
                                          <p:val>
                                            <p:strVal val="#ppt_x"/>
                                          </p:val>
                                        </p:tav>
                                        <p:tav tm="100000">
                                          <p:val>
                                            <p:strVal val="#ppt_x"/>
                                          </p:val>
                                        </p:tav>
                                      </p:tavLst>
                                    </p:anim>
                                    <p:anim calcmode="lin" valueType="num">
                                      <p:cBhvr>
                                        <p:cTn id="47" dur="1000" fill="hold"/>
                                        <p:tgtEl>
                                          <p:spTgt spid="2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789</TotalTime>
  <Words>315</Words>
  <Application>Microsoft Office PowerPoint</Application>
  <PresentationFormat>Widescreen</PresentationFormat>
  <Paragraphs>29</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Admin</cp:lastModifiedBy>
  <cp:revision>11</cp:revision>
  <dcterms:created xsi:type="dcterms:W3CDTF">2022-08-03T01:27:36Z</dcterms:created>
  <dcterms:modified xsi:type="dcterms:W3CDTF">2025-07-09T03:32:04Z</dcterms:modified>
</cp:coreProperties>
</file>