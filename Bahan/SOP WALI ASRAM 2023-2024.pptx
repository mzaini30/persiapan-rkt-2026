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39C1-8F21-4FD8-B854-82F2FEBE6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14731-052A-4765-9088-C26902935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670C8-DAD7-4316-B517-25C3FFBCE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77F69-CA87-4BED-A729-57E9CEC65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85167-D86E-4427-B272-E9A0641E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81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B5D2-5FF5-4B46-BFCC-0E4F8B60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B0E63-AFB7-44F1-8410-D82C6C50A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E016-BF35-4671-B5F2-615542775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5D737-C348-4F2B-BF65-5CC1DA15C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810A4-BD87-470A-8BDD-FB9E19B8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8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4D2B-8179-49B5-B0DC-257F0999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68A04-1798-4A4F-BB94-BBBBE5EC7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A5BF3-1FF6-408F-8963-2D0E0C80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5698C-5983-4487-9BC7-E691FDFEA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AA0A2-491B-4679-9E45-51E0E006E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9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B3AE-E8AA-4F60-9184-A59B25C6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68717-0E81-4F75-AFB5-BDAAE0421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94EE7-41D1-4A8E-A118-78B6C0DE8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6FD82-F4AA-48D0-AB86-075A1D455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34636-1C75-490D-9362-AA24A682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AE1B-9EF8-4581-9249-5ACB254F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44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CF8F0-7EF2-461C-AF03-ABD3A3782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8B133-609E-43ED-9A32-C5C48156B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95F66-1F71-4D81-B9EF-E6CA9E41F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B845F4-1891-43E3-9AA8-12983FDF2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FAD81-326D-47DE-BE05-5C82BD919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BEAAB-E7A9-41E4-8A7F-78720B42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6D3176-3B48-428A-888D-BF55EED6D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4AA80-E204-4FA4-946C-28DCDD26B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66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55069-42A4-44BD-BB69-F92329D2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832DAA-58A5-46C8-A585-B08339E7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932FA-59FC-4138-ADEA-369C4BD9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38A03-3D17-4E70-B1B2-73C093B2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2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410D7-6283-4762-9822-195B5B032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0A1862-FA26-42B7-B8E6-F0CAC3ED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00A4A-6B98-4324-A502-E00862B5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72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242C-6ED7-4BC5-942C-DE38A0F1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3B915-A968-4A97-9167-02B34117D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8C543-CEED-42EF-A69B-6C34042AA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2AEF0-D326-4F5B-95BE-BC3C54CE4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380C3-C4E2-4365-89F4-95926EC5A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627AB-3298-4858-AF5C-11B12188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26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9DA5-CAFB-4D66-A4C8-D145282C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D0878A-A88C-4242-AAA8-FF2817E79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918E9-9CC8-4952-BF51-D01882E7E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2DE80-7C4B-49C5-9884-8C0EA182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9F536-95C8-40EE-9380-25C015AD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1DC1C-3135-431D-BD18-8D71DABB0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4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1C46-7A2D-4DD9-9AFC-3710F897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2B0A3-DE15-4BCC-9687-A1DFEE368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0966B-39ED-433C-8C40-AD7EFC3C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5775C-65D4-4919-BC54-EE58E15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58C7F-BF22-48C7-AA7D-468180999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3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C6BA41-4ED7-492F-B33E-4BB8DEDD1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B80C5-0C20-48FA-B0DE-ACE8B28EE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88929-5813-4488-B8E8-11A85F49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05CCA-A2DC-4960-9FC2-D56E17EA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69B1F-BBAE-4479-961E-A38903752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1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D7F8E-3328-4EF3-A37F-B1FEA26E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86477-37B8-424C-AD43-FCE0412A1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75519-8AA2-490C-B73B-04E363B3A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35DB8-582F-4419-AD31-7C63417E7AC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8859B-14E0-4BC2-B8BD-649F075DA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1271-EC96-42CE-BAA7-16984421D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6C78B-6015-40E5-84C2-78D1BA31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10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D04721A-4C48-46EF-B8AB-7BE04AA49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7165" y="479416"/>
            <a:ext cx="10058889" cy="68207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SOP WALI ASRAM MADRASAH BAITUL IZZAH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883C9-A35D-4E74-B3B8-536BF93BBB60}"/>
              </a:ext>
            </a:extLst>
          </p:cNvPr>
          <p:cNvSpPr txBox="1"/>
          <p:nvPr/>
        </p:nvSpPr>
        <p:spPr>
          <a:xfrm>
            <a:off x="543635" y="1573648"/>
            <a:ext cx="74005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</a:t>
            </a:r>
            <a:r>
              <a:rPr lang="en-US" sz="24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UPOKSI WALI ASRAM</a:t>
            </a:r>
            <a:endParaRPr lang="en-US" sz="2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71E310-7023-4BC5-81BF-9E1AAD7C379A}"/>
              </a:ext>
            </a:extLst>
          </p:cNvPr>
          <p:cNvSpPr txBox="1"/>
          <p:nvPr/>
        </p:nvSpPr>
        <p:spPr>
          <a:xfrm>
            <a:off x="444717" y="2447466"/>
            <a:ext cx="113025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2800" dirty="0" err="1">
                <a:latin typeface="Times New Roman" panose="02020603050405020304" pitchFamily="18" charset="0"/>
              </a:rPr>
              <a:t>Mengontrol</a:t>
            </a:r>
            <a:r>
              <a:rPr lang="en-US" sz="2800" dirty="0">
                <a:latin typeface="Times New Roman" panose="02020603050405020304" pitchFamily="18" charset="0"/>
              </a:rPr>
              <a:t> dan </a:t>
            </a:r>
            <a:r>
              <a:rPr lang="en-US" sz="2800" dirty="0" err="1">
                <a:latin typeface="Times New Roman" panose="02020603050405020304" pitchFamily="18" charset="0"/>
              </a:rPr>
              <a:t>mengawasi</a:t>
            </a:r>
            <a:r>
              <a:rPr lang="en-US" sz="2800" dirty="0"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</a:rPr>
              <a:t>kinerja</a:t>
            </a:r>
            <a:r>
              <a:rPr lang="en-US" sz="2800" dirty="0"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</a:rPr>
              <a:t>seluruh</a:t>
            </a:r>
            <a:r>
              <a:rPr lang="en-US" sz="2800" dirty="0"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</a:rPr>
              <a:t>Musyrif</a:t>
            </a:r>
            <a:r>
              <a:rPr lang="en-US" sz="2800" dirty="0">
                <a:latin typeface="Times New Roman" panose="02020603050405020304" pitchFamily="18" charset="0"/>
              </a:rPr>
              <a:t> dan </a:t>
            </a:r>
            <a:r>
              <a:rPr lang="en-US" sz="2800" dirty="0" err="1">
                <a:latin typeface="Times New Roman" panose="02020603050405020304" pitchFamily="18" charset="0"/>
              </a:rPr>
              <a:t>Musyrifah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6233C-3E6F-48E5-BB36-C1DC97EEBC76}"/>
              </a:ext>
            </a:extLst>
          </p:cNvPr>
          <p:cNvSpPr txBox="1"/>
          <p:nvPr/>
        </p:nvSpPr>
        <p:spPr>
          <a:xfrm>
            <a:off x="478627" y="3111544"/>
            <a:ext cx="11427230" cy="105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arenR" startAt="2"/>
              <a:tabLst>
                <a:tab pos="540385" algn="l"/>
                <a:tab pos="1160780" algn="l"/>
              </a:tabLst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Memastikan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kinerja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Musyrif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&amp;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Musyrifah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berjalan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sesuai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dengan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SOP yang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sudah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ditetapkan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8D019A-2AB4-4F4A-9DBD-6E0CAA8ED383}"/>
              </a:ext>
            </a:extLst>
          </p:cNvPr>
          <p:cNvSpPr txBox="1"/>
          <p:nvPr/>
        </p:nvSpPr>
        <p:spPr>
          <a:xfrm>
            <a:off x="444717" y="4119731"/>
            <a:ext cx="11243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 startAt="3"/>
            </a:pPr>
            <a:r>
              <a:rPr lang="en-US" sz="2800" dirty="0" err="1">
                <a:latin typeface="Times New Roman" panose="02020603050405020304" pitchFamily="18" charset="0"/>
              </a:rPr>
              <a:t>Mengawasi</a:t>
            </a:r>
            <a:r>
              <a:rPr lang="en-US" sz="2800" dirty="0"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</a:rPr>
              <a:t>seluruh</a:t>
            </a:r>
            <a:r>
              <a:rPr lang="en-US" sz="2800" dirty="0">
                <a:latin typeface="Times New Roman" panose="02020603050405020304" pitchFamily="18" charset="0"/>
              </a:rPr>
              <a:t> SOP </a:t>
            </a:r>
            <a:r>
              <a:rPr lang="en-US" sz="2800" dirty="0" err="1">
                <a:latin typeface="Times New Roman" panose="02020603050405020304" pitchFamily="18" charset="0"/>
              </a:rPr>
              <a:t>santri</a:t>
            </a:r>
            <a:r>
              <a:rPr lang="en-US" sz="2800" dirty="0"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</a:rPr>
              <a:t>sudah</a:t>
            </a:r>
            <a:r>
              <a:rPr lang="en-US" sz="2800" dirty="0"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</a:rPr>
              <a:t>berjalan</a:t>
            </a:r>
            <a:r>
              <a:rPr lang="en-US" sz="2800" dirty="0"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</a:rPr>
              <a:t>dengan</a:t>
            </a:r>
            <a:r>
              <a:rPr lang="en-US" sz="2800" dirty="0">
                <a:latin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</a:rPr>
              <a:t>baik</a:t>
            </a:r>
            <a:r>
              <a:rPr lang="en-US" sz="2800" dirty="0">
                <a:latin typeface="Times New Roman" panose="02020603050405020304" pitchFamily="18" charset="0"/>
              </a:rPr>
              <a:t> dan </a:t>
            </a:r>
            <a:r>
              <a:rPr lang="en-US" sz="2800" dirty="0" err="1">
                <a:latin typeface="Times New Roman" panose="02020603050405020304" pitchFamily="18" charset="0"/>
              </a:rPr>
              <a:t>benar</a:t>
            </a:r>
            <a:r>
              <a:rPr lang="en-US" sz="2800" dirty="0">
                <a:latin typeface="Times New Roman" panose="02020603050405020304" pitchFamily="18" charset="0"/>
              </a:rPr>
              <a:t> </a:t>
            </a:r>
            <a:endParaRPr lang="en-U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D98F9B-951E-4877-B992-DA6053306783}"/>
              </a:ext>
            </a:extLst>
          </p:cNvPr>
          <p:cNvSpPr txBox="1"/>
          <p:nvPr/>
        </p:nvSpPr>
        <p:spPr>
          <a:xfrm>
            <a:off x="478628" y="4793970"/>
            <a:ext cx="107194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 startAt="4"/>
            </a:pPr>
            <a:r>
              <a:rPr lang="id-ID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engontrol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dan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mengawasi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keberadaan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asrama,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jadwal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kontrol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dan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kunjungan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asram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a minimal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sehari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2 kali (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pagi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paska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diniyah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&amp; sore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sebelum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 maghrib)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1803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4" grpId="0"/>
      <p:bldP spid="26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F71E310-7023-4BC5-81BF-9E1AAD7C379A}"/>
              </a:ext>
            </a:extLst>
          </p:cNvPr>
          <p:cNvSpPr txBox="1"/>
          <p:nvPr/>
        </p:nvSpPr>
        <p:spPr>
          <a:xfrm>
            <a:off x="382230" y="651707"/>
            <a:ext cx="110809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arenR" startAt="5"/>
            </a:pPr>
            <a:r>
              <a:rPr lang="en-US" sz="2800" dirty="0" err="1"/>
              <a:t>Melaporkan</a:t>
            </a:r>
            <a:r>
              <a:rPr lang="en-US" sz="2800" dirty="0"/>
              <a:t> </a:t>
            </a:r>
            <a:r>
              <a:rPr lang="en-US" sz="2800" dirty="0" err="1"/>
              <a:t>kepada</a:t>
            </a:r>
            <a:r>
              <a:rPr lang="en-US" sz="2800" dirty="0"/>
              <a:t> Waka </a:t>
            </a:r>
            <a:r>
              <a:rPr lang="en-US" sz="2800" dirty="0" err="1"/>
              <a:t>Kesantrian</a:t>
            </a:r>
            <a:r>
              <a:rPr lang="en-US" sz="2800" dirty="0"/>
              <a:t> </a:t>
            </a:r>
            <a:r>
              <a:rPr lang="en-US" sz="2800" dirty="0" err="1"/>
              <a:t>jika</a:t>
            </a:r>
            <a:r>
              <a:rPr lang="en-US" sz="2800" dirty="0"/>
              <a:t> </a:t>
            </a:r>
            <a:r>
              <a:rPr lang="en-US" sz="2800" dirty="0" err="1"/>
              <a:t>terjadi</a:t>
            </a:r>
            <a:r>
              <a:rPr lang="en-US" sz="2800" dirty="0"/>
              <a:t> </a:t>
            </a:r>
            <a:r>
              <a:rPr lang="en-US" sz="2800" dirty="0" err="1"/>
              <a:t>permasalahan</a:t>
            </a:r>
            <a:r>
              <a:rPr lang="en-US" sz="2800" dirty="0"/>
              <a:t>, </a:t>
            </a:r>
            <a:r>
              <a:rPr lang="en-US" sz="2800" dirty="0" err="1"/>
              <a:t>baik</a:t>
            </a:r>
            <a:r>
              <a:rPr lang="en-US" sz="2800" dirty="0"/>
              <a:t> </a:t>
            </a:r>
            <a:r>
              <a:rPr lang="en-US" sz="2800" dirty="0" err="1"/>
              <a:t>menyangkut</a:t>
            </a:r>
            <a:r>
              <a:rPr lang="en-US" sz="2800" dirty="0"/>
              <a:t> </a:t>
            </a:r>
            <a:r>
              <a:rPr lang="en-US" sz="2800" dirty="0" err="1"/>
              <a:t>Musyrif</a:t>
            </a:r>
            <a:r>
              <a:rPr lang="en-US" sz="2800" dirty="0"/>
              <a:t>/ah </a:t>
            </a:r>
            <a:r>
              <a:rPr lang="en-US" sz="2800" dirty="0" err="1"/>
              <a:t>ataupun</a:t>
            </a:r>
            <a:r>
              <a:rPr lang="en-US" sz="2800" dirty="0"/>
              <a:t> </a:t>
            </a:r>
            <a:r>
              <a:rPr lang="en-US" sz="2800" dirty="0" err="1"/>
              <a:t>santri</a:t>
            </a:r>
            <a:r>
              <a:rPr lang="en-US" sz="2800" dirty="0"/>
              <a:t>.</a:t>
            </a:r>
            <a:endParaRPr lang="en-US" sz="4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6233C-3E6F-48E5-BB36-C1DC97EEBC76}"/>
              </a:ext>
            </a:extLst>
          </p:cNvPr>
          <p:cNvSpPr txBox="1"/>
          <p:nvPr/>
        </p:nvSpPr>
        <p:spPr>
          <a:xfrm>
            <a:off x="382230" y="1684640"/>
            <a:ext cx="11427230" cy="125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arenR" startAt="6"/>
              <a:tabLst>
                <a:tab pos="540385" algn="l"/>
                <a:tab pos="1160780" algn="l"/>
              </a:tabLst>
            </a:pPr>
            <a:r>
              <a:rPr lang="en-US" sz="2800" dirty="0"/>
              <a:t>Bersama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Musyrif</a:t>
            </a:r>
            <a:r>
              <a:rPr lang="en-US" sz="2800" dirty="0"/>
              <a:t>/ah </a:t>
            </a:r>
            <a:r>
              <a:rPr lang="en-US" sz="2800" dirty="0" err="1"/>
              <a:t>mengontrol</a:t>
            </a:r>
            <a:r>
              <a:rPr lang="en-US" sz="2800" dirty="0"/>
              <a:t> Kesehatan </a:t>
            </a:r>
            <a:r>
              <a:rPr lang="en-US" sz="2800" dirty="0" err="1"/>
              <a:t>santri</a:t>
            </a:r>
            <a:r>
              <a:rPr lang="en-US" sz="2800" dirty="0"/>
              <a:t>, dan </a:t>
            </a:r>
            <a:r>
              <a:rPr lang="en-US" sz="2800" dirty="0" err="1"/>
              <a:t>segera</a:t>
            </a:r>
            <a:r>
              <a:rPr lang="en-US" sz="2800" dirty="0"/>
              <a:t> </a:t>
            </a:r>
            <a:r>
              <a:rPr lang="en-US" sz="2800" dirty="0" err="1"/>
              <a:t>melaporkan</a:t>
            </a:r>
            <a:r>
              <a:rPr lang="en-US" sz="2800" dirty="0"/>
              <a:t> </a:t>
            </a:r>
            <a:r>
              <a:rPr lang="en-US" sz="2800" dirty="0" err="1"/>
              <a:t>kepada</a:t>
            </a:r>
            <a:r>
              <a:rPr lang="en-US" sz="2800" dirty="0"/>
              <a:t> Waka </a:t>
            </a:r>
            <a:r>
              <a:rPr lang="en-US" sz="2800" dirty="0" err="1"/>
              <a:t>Kesantrian</a:t>
            </a:r>
            <a:r>
              <a:rPr lang="en-US" sz="2800" dirty="0"/>
              <a:t> </a:t>
            </a:r>
            <a:r>
              <a:rPr lang="en-US" sz="2800" dirty="0" err="1"/>
              <a:t>jika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</a:t>
            </a:r>
            <a:r>
              <a:rPr lang="en-US" sz="2800" dirty="0" err="1"/>
              <a:t>santri</a:t>
            </a:r>
            <a:r>
              <a:rPr lang="en-US" sz="2800" dirty="0"/>
              <a:t> yang </a:t>
            </a:r>
            <a:r>
              <a:rPr lang="en-US" sz="2800" dirty="0" err="1"/>
              <a:t>sakit</a:t>
            </a: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8D019A-2AB4-4F4A-9DBD-6E0CAA8ED383}"/>
              </a:ext>
            </a:extLst>
          </p:cNvPr>
          <p:cNvSpPr txBox="1"/>
          <p:nvPr/>
        </p:nvSpPr>
        <p:spPr>
          <a:xfrm>
            <a:off x="382230" y="3111845"/>
            <a:ext cx="112437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arenR" startAt="7"/>
            </a:pPr>
            <a:r>
              <a:rPr lang="en-US" sz="2800" dirty="0"/>
              <a:t>Bersama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Musyrif</a:t>
            </a:r>
            <a:r>
              <a:rPr lang="en-US" sz="2800" dirty="0"/>
              <a:t>/ah </a:t>
            </a:r>
            <a:r>
              <a:rPr lang="en-US" sz="2800" dirty="0" err="1"/>
              <a:t>mengawasi</a:t>
            </a:r>
            <a:r>
              <a:rPr lang="en-US" sz="2800" dirty="0"/>
              <a:t> </a:t>
            </a:r>
            <a:r>
              <a:rPr lang="en-US" sz="2800" dirty="0" err="1"/>
              <a:t>aktivitas</a:t>
            </a:r>
            <a:r>
              <a:rPr lang="en-US" sz="2800" dirty="0"/>
              <a:t> </a:t>
            </a:r>
            <a:r>
              <a:rPr lang="en-US" sz="2800" dirty="0" err="1"/>
              <a:t>santri</a:t>
            </a:r>
            <a:r>
              <a:rPr lang="en-US" sz="2800" dirty="0"/>
              <a:t>, </a:t>
            </a:r>
            <a:r>
              <a:rPr lang="en-US" sz="2800" dirty="0" err="1"/>
              <a:t>menegur</a:t>
            </a:r>
            <a:r>
              <a:rPr lang="en-US" sz="2800" dirty="0"/>
              <a:t> dan </a:t>
            </a:r>
            <a:r>
              <a:rPr lang="en-US" sz="2800" dirty="0" err="1"/>
              <a:t>memperingatkan</a:t>
            </a:r>
            <a:r>
              <a:rPr lang="en-US" sz="2800" dirty="0"/>
              <a:t> </a:t>
            </a:r>
            <a:r>
              <a:rPr lang="en-US" sz="2800" dirty="0" err="1"/>
              <a:t>jika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</a:t>
            </a:r>
            <a:r>
              <a:rPr lang="en-US" sz="2800" dirty="0" err="1"/>
              <a:t>santri</a:t>
            </a:r>
            <a:r>
              <a:rPr lang="en-US" sz="2800" dirty="0"/>
              <a:t> yang </a:t>
            </a:r>
            <a:r>
              <a:rPr lang="en-US" sz="2800" dirty="0" err="1"/>
              <a:t>melanggar</a:t>
            </a:r>
            <a:r>
              <a:rPr lang="en-US" sz="2800" dirty="0"/>
              <a:t> </a:t>
            </a:r>
            <a:r>
              <a:rPr lang="en-US" sz="2800" dirty="0" err="1"/>
              <a:t>adab</a:t>
            </a:r>
            <a:r>
              <a:rPr lang="en-US" sz="2800" dirty="0"/>
              <a:t>/ </a:t>
            </a:r>
            <a:r>
              <a:rPr lang="en-US" sz="2800" dirty="0" err="1"/>
              <a:t>bermain</a:t>
            </a:r>
            <a:r>
              <a:rPr lang="en-US" sz="2800" dirty="0"/>
              <a:t> yang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membahayakan</a:t>
            </a:r>
            <a:r>
              <a:rPr lang="en-US" sz="2800" dirty="0"/>
              <a:t> Kesehatan/ </a:t>
            </a:r>
            <a:r>
              <a:rPr lang="en-US" sz="2800" dirty="0" err="1"/>
              <a:t>jiwa</a:t>
            </a:r>
            <a:r>
              <a:rPr lang="en-US" sz="2800" dirty="0"/>
              <a:t> </a:t>
            </a:r>
            <a:r>
              <a:rPr lang="en-US" sz="2800" dirty="0" err="1"/>
              <a:t>santri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.</a:t>
            </a:r>
            <a:endParaRPr lang="en-US" sz="4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D98F9B-951E-4877-B992-DA6053306783}"/>
              </a:ext>
            </a:extLst>
          </p:cNvPr>
          <p:cNvSpPr txBox="1"/>
          <p:nvPr/>
        </p:nvSpPr>
        <p:spPr>
          <a:xfrm>
            <a:off x="382231" y="4602850"/>
            <a:ext cx="1124369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arenR" startAt="8"/>
            </a:pPr>
            <a:r>
              <a:rPr lang="en-US" sz="2800" dirty="0" err="1"/>
              <a:t>Menyampaikan</a:t>
            </a:r>
            <a:r>
              <a:rPr lang="en-US" sz="2800" dirty="0"/>
              <a:t> </a:t>
            </a:r>
            <a:r>
              <a:rPr lang="en-US" sz="2800" dirty="0" err="1"/>
              <a:t>laporan</a:t>
            </a:r>
            <a:r>
              <a:rPr lang="en-US" sz="2800" dirty="0"/>
              <a:t> dan </a:t>
            </a:r>
            <a:r>
              <a:rPr lang="en-US" sz="2800" dirty="0" err="1"/>
              <a:t>evaluasi</a:t>
            </a:r>
            <a:r>
              <a:rPr lang="en-US" sz="2800" dirty="0"/>
              <a:t> </a:t>
            </a:r>
            <a:r>
              <a:rPr lang="en-US" sz="2800" dirty="0" err="1"/>
              <a:t>setiap</a:t>
            </a:r>
            <a:r>
              <a:rPr lang="en-US" sz="2800" dirty="0"/>
              <a:t> </a:t>
            </a:r>
            <a:r>
              <a:rPr lang="en-US" sz="2800" dirty="0" err="1"/>
              <a:t>bulan</a:t>
            </a:r>
            <a:r>
              <a:rPr lang="en-US" sz="2800" dirty="0"/>
              <a:t> </a:t>
            </a:r>
            <a:r>
              <a:rPr lang="en-US" sz="2800" dirty="0" err="1"/>
              <a:t>kepada</a:t>
            </a:r>
            <a:r>
              <a:rPr lang="en-US" sz="2800" dirty="0"/>
              <a:t> Waka </a:t>
            </a:r>
            <a:r>
              <a:rPr lang="en-US" sz="2800" dirty="0" err="1"/>
              <a:t>Kesantrian</a:t>
            </a:r>
            <a:r>
              <a:rPr lang="en-US" sz="2800" dirty="0"/>
              <a:t> </a:t>
            </a:r>
            <a:r>
              <a:rPr lang="en-US" sz="2800" dirty="0" err="1"/>
              <a:t>terhadap</a:t>
            </a:r>
            <a:r>
              <a:rPr lang="en-US" sz="2800" dirty="0"/>
              <a:t> </a:t>
            </a:r>
            <a:r>
              <a:rPr lang="en-US" sz="2800" dirty="0" err="1"/>
              <a:t>seluruh</a:t>
            </a:r>
            <a:r>
              <a:rPr lang="en-US" sz="2800" dirty="0"/>
              <a:t> </a:t>
            </a:r>
            <a:r>
              <a:rPr lang="en-US" sz="2800" dirty="0" err="1"/>
              <a:t>kinerja</a:t>
            </a:r>
            <a:r>
              <a:rPr lang="en-US" sz="2800" dirty="0"/>
              <a:t> </a:t>
            </a:r>
            <a:r>
              <a:rPr lang="en-US" sz="2800" dirty="0" err="1"/>
              <a:t>Musyrif</a:t>
            </a:r>
            <a:r>
              <a:rPr lang="en-US" sz="2800" dirty="0"/>
              <a:t>/ah yang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dilaksanakan</a:t>
            </a:r>
            <a:r>
              <a:rPr lang="en-US" sz="2800" dirty="0"/>
              <a:t> </a:t>
            </a:r>
            <a:r>
              <a:rPr lang="en-US" sz="2800" dirty="0" err="1"/>
              <a:t>selama</a:t>
            </a:r>
            <a:r>
              <a:rPr lang="en-US" sz="2800" dirty="0"/>
              <a:t> 1 </a:t>
            </a:r>
            <a:r>
              <a:rPr lang="en-US" sz="2800" dirty="0" err="1"/>
              <a:t>bulan</a:t>
            </a:r>
            <a:r>
              <a:rPr lang="en-US" sz="2800" dirty="0"/>
              <a:t>.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2916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6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154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7</cp:revision>
  <dcterms:created xsi:type="dcterms:W3CDTF">2022-08-03T01:27:36Z</dcterms:created>
  <dcterms:modified xsi:type="dcterms:W3CDTF">2023-06-25T23:18:47Z</dcterms:modified>
</cp:coreProperties>
</file>