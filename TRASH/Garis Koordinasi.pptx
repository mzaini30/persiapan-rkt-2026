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98" d="100"/>
          <a:sy n="98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D0226-368E-DA79-34B1-FFD55273933D}"/>
              </a:ext>
            </a:extLst>
          </p:cNvPr>
          <p:cNvSpPr/>
          <p:nvPr/>
        </p:nvSpPr>
        <p:spPr>
          <a:xfrm>
            <a:off x="4873558" y="155644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Mudir Aam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67EA9-B1CA-1E8F-5FFE-9AAEA84326A2}"/>
              </a:ext>
            </a:extLst>
          </p:cNvPr>
          <p:cNvSpPr/>
          <p:nvPr/>
        </p:nvSpPr>
        <p:spPr>
          <a:xfrm>
            <a:off x="4873558" y="619329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Kepala Madrasah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004290-EAB5-B8CC-3610-55EA541A3F73}"/>
              </a:ext>
            </a:extLst>
          </p:cNvPr>
          <p:cNvSpPr/>
          <p:nvPr/>
        </p:nvSpPr>
        <p:spPr>
          <a:xfrm>
            <a:off x="3288598" y="964661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Bendahara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DF881-4CB2-3BEF-C4CD-4F20307E5157}"/>
              </a:ext>
            </a:extLst>
          </p:cNvPr>
          <p:cNvSpPr/>
          <p:nvPr/>
        </p:nvSpPr>
        <p:spPr>
          <a:xfrm>
            <a:off x="6344217" y="923482"/>
            <a:ext cx="3095057" cy="22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Sekretaris 1 / Lab Komputer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CC240B-7BFB-0CC8-4A1C-F18E2DA160C2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865779" y="389108"/>
            <a:ext cx="0" cy="230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74DE8D-6CB9-E478-3C21-927A166A8B7A}"/>
              </a:ext>
            </a:extLst>
          </p:cNvPr>
          <p:cNvCxnSpPr/>
          <p:nvPr/>
        </p:nvCxnSpPr>
        <p:spPr>
          <a:xfrm>
            <a:off x="5105400" y="852793"/>
            <a:ext cx="0" cy="111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60F75C-6D24-94CB-9728-10468F86BCDC}"/>
              </a:ext>
            </a:extLst>
          </p:cNvPr>
          <p:cNvCxnSpPr/>
          <p:nvPr/>
        </p:nvCxnSpPr>
        <p:spPr>
          <a:xfrm>
            <a:off x="6598920" y="847120"/>
            <a:ext cx="0" cy="111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E9E569C-0025-8003-D023-356A122B5D27}"/>
              </a:ext>
            </a:extLst>
          </p:cNvPr>
          <p:cNvSpPr/>
          <p:nvPr/>
        </p:nvSpPr>
        <p:spPr>
          <a:xfrm>
            <a:off x="3288598" y="1895981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Waka Kesantrian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121AAF-BEC8-7F48-D3B7-09AB1ED807FE}"/>
              </a:ext>
            </a:extLst>
          </p:cNvPr>
          <p:cNvSpPr/>
          <p:nvPr/>
        </p:nvSpPr>
        <p:spPr>
          <a:xfrm>
            <a:off x="6344218" y="1895981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Waka Kurikulum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6D78E5-30D8-9FE3-1789-782AB4F8A54F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>
            <a:off x="5865779" y="852793"/>
            <a:ext cx="0" cy="5179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1210B6-C4FD-4471-4A01-E5A766F0CAD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5273040" y="2012713"/>
            <a:ext cx="1071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E39CE0-543D-23B4-795E-38849F6B41B4}"/>
              </a:ext>
            </a:extLst>
          </p:cNvPr>
          <p:cNvCxnSpPr/>
          <p:nvPr/>
        </p:nvCxnSpPr>
        <p:spPr>
          <a:xfrm>
            <a:off x="5199840" y="4913244"/>
            <a:ext cx="1071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F8D93D8-FBD9-BB0A-3A9C-6EBADD18A592}"/>
              </a:ext>
            </a:extLst>
          </p:cNvPr>
          <p:cNvSpPr/>
          <p:nvPr/>
        </p:nvSpPr>
        <p:spPr>
          <a:xfrm>
            <a:off x="3249687" y="4781583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Koordinator Tahfidz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37ECE2-6A75-8ACD-BFF9-44128C88F612}"/>
              </a:ext>
            </a:extLst>
          </p:cNvPr>
          <p:cNvSpPr/>
          <p:nvPr/>
        </p:nvSpPr>
        <p:spPr>
          <a:xfrm>
            <a:off x="6232919" y="4796512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Koordinator Tahsin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AD7A8D-1E3C-9B03-F548-102820004341}"/>
              </a:ext>
            </a:extLst>
          </p:cNvPr>
          <p:cNvCxnSpPr>
            <a:cxnSpLocks/>
          </p:cNvCxnSpPr>
          <p:nvPr/>
        </p:nvCxnSpPr>
        <p:spPr>
          <a:xfrm>
            <a:off x="3787600" y="5534432"/>
            <a:ext cx="4429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7A7E3F9-1850-3ABC-8690-0B143CB364BD}"/>
              </a:ext>
            </a:extLst>
          </p:cNvPr>
          <p:cNvSpPr/>
          <p:nvPr/>
        </p:nvSpPr>
        <p:spPr>
          <a:xfrm>
            <a:off x="2453398" y="5985282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Staf Dapur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1D5929-EFD4-5005-77C7-B211B8BE43C5}"/>
              </a:ext>
            </a:extLst>
          </p:cNvPr>
          <p:cNvSpPr/>
          <p:nvPr/>
        </p:nvSpPr>
        <p:spPr>
          <a:xfrm>
            <a:off x="7293719" y="5985282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Staf Loundry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39E343-DC59-A735-C586-0DEA5AD337FA}"/>
              </a:ext>
            </a:extLst>
          </p:cNvPr>
          <p:cNvSpPr/>
          <p:nvPr/>
        </p:nvSpPr>
        <p:spPr>
          <a:xfrm>
            <a:off x="4873558" y="6032534"/>
            <a:ext cx="1984442" cy="6969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Unit Pemeliharaan SARPRAS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F2B255-D627-71AD-63BD-4BF74AAE6B68}"/>
              </a:ext>
            </a:extLst>
          </p:cNvPr>
          <p:cNvCxnSpPr>
            <a:cxnSpLocks/>
          </p:cNvCxnSpPr>
          <p:nvPr/>
        </p:nvCxnSpPr>
        <p:spPr>
          <a:xfrm>
            <a:off x="3819567" y="5534432"/>
            <a:ext cx="0" cy="450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5673F8F-B899-B5D4-E384-D7C467533F08}"/>
              </a:ext>
            </a:extLst>
          </p:cNvPr>
          <p:cNvCxnSpPr>
            <a:cxnSpLocks/>
          </p:cNvCxnSpPr>
          <p:nvPr/>
        </p:nvCxnSpPr>
        <p:spPr>
          <a:xfrm>
            <a:off x="8217361" y="5534432"/>
            <a:ext cx="0" cy="450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834A3F-39E2-103E-4F11-45334F6A7621}"/>
              </a:ext>
            </a:extLst>
          </p:cNvPr>
          <p:cNvCxnSpPr>
            <a:cxnSpLocks/>
          </p:cNvCxnSpPr>
          <p:nvPr/>
        </p:nvCxnSpPr>
        <p:spPr>
          <a:xfrm>
            <a:off x="7075454" y="2129445"/>
            <a:ext cx="0" cy="19856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DAE4FE-9FBF-9419-73F3-ECC437CE510A}"/>
              </a:ext>
            </a:extLst>
          </p:cNvPr>
          <p:cNvCxnSpPr>
            <a:cxnSpLocks/>
          </p:cNvCxnSpPr>
          <p:nvPr/>
        </p:nvCxnSpPr>
        <p:spPr>
          <a:xfrm>
            <a:off x="7075454" y="2570094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07A9EE7-3BB8-202B-B6AA-995D64E9FB6F}"/>
              </a:ext>
            </a:extLst>
          </p:cNvPr>
          <p:cNvSpPr/>
          <p:nvPr/>
        </p:nvSpPr>
        <p:spPr>
          <a:xfrm>
            <a:off x="7658100" y="2463562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Wali Kelas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82DD1F2-200A-CABA-EB41-F8524190A693}"/>
              </a:ext>
            </a:extLst>
          </p:cNvPr>
          <p:cNvCxnSpPr>
            <a:cxnSpLocks/>
          </p:cNvCxnSpPr>
          <p:nvPr/>
        </p:nvCxnSpPr>
        <p:spPr>
          <a:xfrm>
            <a:off x="7075454" y="3026481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48E16BA6-34DF-1C68-01EA-1C87BBF0561C}"/>
              </a:ext>
            </a:extLst>
          </p:cNvPr>
          <p:cNvSpPr/>
          <p:nvPr/>
        </p:nvSpPr>
        <p:spPr>
          <a:xfrm>
            <a:off x="7658100" y="2919949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Wali Kelas 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1DA0A75-FC5B-B9D7-0A93-D29EE1348ED2}"/>
              </a:ext>
            </a:extLst>
          </p:cNvPr>
          <p:cNvCxnSpPr>
            <a:cxnSpLocks/>
          </p:cNvCxnSpPr>
          <p:nvPr/>
        </p:nvCxnSpPr>
        <p:spPr>
          <a:xfrm>
            <a:off x="7086600" y="3494118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01A79A9-C7C2-F756-8783-2B2F5EE53E5D}"/>
              </a:ext>
            </a:extLst>
          </p:cNvPr>
          <p:cNvSpPr/>
          <p:nvPr/>
        </p:nvSpPr>
        <p:spPr>
          <a:xfrm>
            <a:off x="7669246" y="3387586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Wali Kelas 3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2827265-C0B9-4FB2-DB1F-1CE6462A0194}"/>
              </a:ext>
            </a:extLst>
          </p:cNvPr>
          <p:cNvCxnSpPr>
            <a:cxnSpLocks/>
          </p:cNvCxnSpPr>
          <p:nvPr/>
        </p:nvCxnSpPr>
        <p:spPr>
          <a:xfrm>
            <a:off x="7086600" y="4104902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E1DB51D-44DE-1F56-AB66-132B7CD852AE}"/>
              </a:ext>
            </a:extLst>
          </p:cNvPr>
          <p:cNvSpPr/>
          <p:nvPr/>
        </p:nvSpPr>
        <p:spPr>
          <a:xfrm>
            <a:off x="7669246" y="3998370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Dewan Ustadz/ah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6B61CC7-EF12-C0DE-A06D-7ACD8B06AD1F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203567" y="2129445"/>
            <a:ext cx="77252" cy="2080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5E1874-2588-37F3-4A46-8B8B2432AED3}"/>
              </a:ext>
            </a:extLst>
          </p:cNvPr>
          <p:cNvCxnSpPr>
            <a:cxnSpLocks/>
          </p:cNvCxnSpPr>
          <p:nvPr/>
        </p:nvCxnSpPr>
        <p:spPr>
          <a:xfrm>
            <a:off x="3624973" y="2675587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7C65F07-0A0F-2254-3E7F-4E2E19C976A0}"/>
              </a:ext>
            </a:extLst>
          </p:cNvPr>
          <p:cNvSpPr/>
          <p:nvPr/>
        </p:nvSpPr>
        <p:spPr>
          <a:xfrm>
            <a:off x="1647626" y="2570094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Bagian Bahasa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10E92C-AB53-C428-7FC7-CFAF7F2584CE}"/>
              </a:ext>
            </a:extLst>
          </p:cNvPr>
          <p:cNvCxnSpPr>
            <a:cxnSpLocks/>
          </p:cNvCxnSpPr>
          <p:nvPr/>
        </p:nvCxnSpPr>
        <p:spPr>
          <a:xfrm>
            <a:off x="3624973" y="3131974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2844A6D-2DA7-C191-9D8F-45EF8D9ED31F}"/>
              </a:ext>
            </a:extLst>
          </p:cNvPr>
          <p:cNvSpPr/>
          <p:nvPr/>
        </p:nvSpPr>
        <p:spPr>
          <a:xfrm>
            <a:off x="1647626" y="2949294"/>
            <a:ext cx="1984442" cy="3878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Bagian Keamanan dan Kesehatan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D9D77D-95F2-323D-2923-9FA1E377C1D5}"/>
              </a:ext>
            </a:extLst>
          </p:cNvPr>
          <p:cNvCxnSpPr>
            <a:cxnSpLocks/>
          </p:cNvCxnSpPr>
          <p:nvPr/>
        </p:nvCxnSpPr>
        <p:spPr>
          <a:xfrm>
            <a:off x="3636119" y="3599611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A62EDE61-7CED-39F3-BAFE-A91A95F39062}"/>
              </a:ext>
            </a:extLst>
          </p:cNvPr>
          <p:cNvSpPr/>
          <p:nvPr/>
        </p:nvSpPr>
        <p:spPr>
          <a:xfrm>
            <a:off x="1658772" y="3494118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Bagian Dakwah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EBB8A30-92E2-BE0C-6E27-CD5F177E59BC}"/>
              </a:ext>
            </a:extLst>
          </p:cNvPr>
          <p:cNvCxnSpPr>
            <a:cxnSpLocks/>
          </p:cNvCxnSpPr>
          <p:nvPr/>
        </p:nvCxnSpPr>
        <p:spPr>
          <a:xfrm>
            <a:off x="3636119" y="4210395"/>
            <a:ext cx="5826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EF095B5-3073-F4F2-6653-B23B5201C657}"/>
              </a:ext>
            </a:extLst>
          </p:cNvPr>
          <p:cNvSpPr/>
          <p:nvPr/>
        </p:nvSpPr>
        <p:spPr>
          <a:xfrm>
            <a:off x="1658772" y="4104902"/>
            <a:ext cx="1984442" cy="233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Bagian Kebersihan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FC6AB52-D2E9-2997-3714-782F72C92B9A}"/>
              </a:ext>
            </a:extLst>
          </p:cNvPr>
          <p:cNvCxnSpPr>
            <a:cxnSpLocks/>
          </p:cNvCxnSpPr>
          <p:nvPr/>
        </p:nvCxnSpPr>
        <p:spPr>
          <a:xfrm>
            <a:off x="6587774" y="2129445"/>
            <a:ext cx="0" cy="2667067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5DF974-E630-3F6D-8F0E-2EF33164C04C}"/>
              </a:ext>
            </a:extLst>
          </p:cNvPr>
          <p:cNvCxnSpPr>
            <a:cxnSpLocks/>
          </p:cNvCxnSpPr>
          <p:nvPr/>
        </p:nvCxnSpPr>
        <p:spPr>
          <a:xfrm>
            <a:off x="4610100" y="4231834"/>
            <a:ext cx="199429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5B823C-CBC4-07E2-1A42-6652B4125477}"/>
              </a:ext>
            </a:extLst>
          </p:cNvPr>
          <p:cNvCxnSpPr>
            <a:cxnSpLocks/>
          </p:cNvCxnSpPr>
          <p:nvPr/>
        </p:nvCxnSpPr>
        <p:spPr>
          <a:xfrm flipH="1">
            <a:off x="4610100" y="4221634"/>
            <a:ext cx="66675" cy="62357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5B0D3365-0A0F-5BDD-7744-0F6EB60C919A}"/>
              </a:ext>
            </a:extLst>
          </p:cNvPr>
          <p:cNvSpPr/>
          <p:nvPr/>
        </p:nvSpPr>
        <p:spPr>
          <a:xfrm>
            <a:off x="6326222" y="1225361"/>
            <a:ext cx="3095057" cy="22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Sekretaris 2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57D399A-1C4A-0DE9-312A-4143028FB2E8}"/>
              </a:ext>
            </a:extLst>
          </p:cNvPr>
          <p:cNvCxnSpPr/>
          <p:nvPr/>
        </p:nvCxnSpPr>
        <p:spPr>
          <a:xfrm>
            <a:off x="6580925" y="1148999"/>
            <a:ext cx="0" cy="111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64C668-E478-51A5-2740-9AEB5D917D90}"/>
              </a:ext>
            </a:extLst>
          </p:cNvPr>
          <p:cNvCxnSpPr>
            <a:cxnSpLocks/>
          </p:cNvCxnSpPr>
          <p:nvPr/>
        </p:nvCxnSpPr>
        <p:spPr>
          <a:xfrm>
            <a:off x="1292685" y="1148999"/>
            <a:ext cx="0" cy="533935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066C22-BE35-B500-2402-DFAE4049252D}"/>
              </a:ext>
            </a:extLst>
          </p:cNvPr>
          <p:cNvCxnSpPr>
            <a:cxnSpLocks/>
          </p:cNvCxnSpPr>
          <p:nvPr/>
        </p:nvCxnSpPr>
        <p:spPr>
          <a:xfrm>
            <a:off x="1294304" y="1148999"/>
            <a:ext cx="199429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AFE33E-0830-75E4-D2F4-DAE99ABA758F}"/>
              </a:ext>
            </a:extLst>
          </p:cNvPr>
          <p:cNvCxnSpPr>
            <a:cxnSpLocks/>
          </p:cNvCxnSpPr>
          <p:nvPr/>
        </p:nvCxnSpPr>
        <p:spPr>
          <a:xfrm>
            <a:off x="1292685" y="6062019"/>
            <a:ext cx="1160713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27E62A-369C-73D6-80A5-1457C53B2EED}"/>
              </a:ext>
            </a:extLst>
          </p:cNvPr>
          <p:cNvCxnSpPr>
            <a:cxnSpLocks/>
          </p:cNvCxnSpPr>
          <p:nvPr/>
        </p:nvCxnSpPr>
        <p:spPr>
          <a:xfrm>
            <a:off x="1292685" y="6486794"/>
            <a:ext cx="3580873" cy="155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E9631D-DE94-39C3-FD06-DDCDF9610134}"/>
              </a:ext>
            </a:extLst>
          </p:cNvPr>
          <p:cNvCxnSpPr>
            <a:cxnSpLocks/>
          </p:cNvCxnSpPr>
          <p:nvPr/>
        </p:nvCxnSpPr>
        <p:spPr>
          <a:xfrm>
            <a:off x="1292685" y="5844768"/>
            <a:ext cx="6365415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816ABC-D516-FAA3-D120-860C0BF82DE6}"/>
              </a:ext>
            </a:extLst>
          </p:cNvPr>
          <p:cNvCxnSpPr>
            <a:cxnSpLocks/>
          </p:cNvCxnSpPr>
          <p:nvPr/>
        </p:nvCxnSpPr>
        <p:spPr>
          <a:xfrm>
            <a:off x="7602571" y="5820480"/>
            <a:ext cx="0" cy="16480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51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emhatek</cp:lastModifiedBy>
  <cp:revision>42</cp:revision>
  <dcterms:created xsi:type="dcterms:W3CDTF">2026-06-23T13:02:57Z</dcterms:created>
  <dcterms:modified xsi:type="dcterms:W3CDTF">2026-06-23T15:51:33Z</dcterms:modified>
</cp:coreProperties>
</file>